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69" r:id="rId5"/>
    <p:sldId id="270" r:id="rId6"/>
    <p:sldId id="271" r:id="rId7"/>
    <p:sldId id="259" r:id="rId8"/>
    <p:sldId id="264" r:id="rId9"/>
    <p:sldId id="260" r:id="rId10"/>
    <p:sldId id="261" r:id="rId11"/>
    <p:sldId id="262" r:id="rId12"/>
    <p:sldId id="263" r:id="rId13"/>
    <p:sldId id="266" r:id="rId14"/>
    <p:sldId id="265" r:id="rId15"/>
  </p:sldIdLst>
  <p:sldSz cx="18288000" cy="10287000"/>
  <p:notesSz cx="6858000" cy="9144000"/>
  <p:embeddedFontLst>
    <p:embeddedFont>
      <p:font typeface="Chunk Five" panose="020B0604020202020204" charset="0"/>
      <p:regular r:id="rId16"/>
    </p:embeddedFont>
    <p:embeddedFont>
      <p:font typeface="Inter" panose="020B0604020202020204" charset="0"/>
      <p:regular r:id="rId17"/>
    </p:embeddedFont>
    <p:embeddedFont>
      <p:font typeface="Inter Bold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0237" autoAdjust="0"/>
  </p:normalViewPr>
  <p:slideViewPr>
    <p:cSldViewPr>
      <p:cViewPr varScale="1">
        <p:scale>
          <a:sx n="49" d="100"/>
          <a:sy n="49" d="100"/>
        </p:scale>
        <p:origin x="768" y="1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jpeg"/><Relationship Id="rId10" Type="http://schemas.openxmlformats.org/officeDocument/2006/relationships/image" Target="../media/image9.pn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12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12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12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1.png"/><Relationship Id="rId7" Type="http://schemas.openxmlformats.org/officeDocument/2006/relationships/image" Target="../media/image1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12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1.png"/><Relationship Id="rId7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1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12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12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12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jpeg"/><Relationship Id="rId10" Type="http://schemas.openxmlformats.org/officeDocument/2006/relationships/image" Target="../media/image9.pn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523789" y="2195697"/>
            <a:ext cx="5860604" cy="2003261"/>
          </a:xfrm>
          <a:custGeom>
            <a:avLst/>
            <a:gdLst/>
            <a:ahLst/>
            <a:cxnLst/>
            <a:rect l="l" t="t" r="r" b="b"/>
            <a:pathLst>
              <a:path w="5860604" h="2003261">
                <a:moveTo>
                  <a:pt x="0" y="0"/>
                </a:moveTo>
                <a:lnTo>
                  <a:pt x="5860604" y="0"/>
                </a:lnTo>
                <a:lnTo>
                  <a:pt x="5860604" y="2003262"/>
                </a:lnTo>
                <a:lnTo>
                  <a:pt x="0" y="20032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2628900" y="1698490"/>
            <a:ext cx="7315200" cy="2500468"/>
          </a:xfrm>
          <a:custGeom>
            <a:avLst/>
            <a:gdLst/>
            <a:ahLst/>
            <a:cxnLst/>
            <a:rect l="l" t="t" r="r" b="b"/>
            <a:pathLst>
              <a:path w="7315200" h="2500468">
                <a:moveTo>
                  <a:pt x="0" y="0"/>
                </a:moveTo>
                <a:lnTo>
                  <a:pt x="7315200" y="0"/>
                </a:lnTo>
                <a:lnTo>
                  <a:pt x="7315200" y="2500469"/>
                </a:lnTo>
                <a:lnTo>
                  <a:pt x="0" y="25004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250395" y="7097517"/>
            <a:ext cx="7315200" cy="2500468"/>
          </a:xfrm>
          <a:custGeom>
            <a:avLst/>
            <a:gdLst/>
            <a:ahLst/>
            <a:cxnLst/>
            <a:rect l="l" t="t" r="r" b="b"/>
            <a:pathLst>
              <a:path w="7315200" h="2500468">
                <a:moveTo>
                  <a:pt x="0" y="0"/>
                </a:moveTo>
                <a:lnTo>
                  <a:pt x="7315200" y="0"/>
                </a:lnTo>
                <a:lnTo>
                  <a:pt x="7315200" y="2500468"/>
                </a:lnTo>
                <a:lnTo>
                  <a:pt x="0" y="25004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3883068" y="8008066"/>
            <a:ext cx="7315200" cy="2500468"/>
          </a:xfrm>
          <a:custGeom>
            <a:avLst/>
            <a:gdLst/>
            <a:ahLst/>
            <a:cxnLst/>
            <a:rect l="l" t="t" r="r" b="b"/>
            <a:pathLst>
              <a:path w="7315200" h="2500468">
                <a:moveTo>
                  <a:pt x="0" y="0"/>
                </a:moveTo>
                <a:lnTo>
                  <a:pt x="7315200" y="0"/>
                </a:lnTo>
                <a:lnTo>
                  <a:pt x="7315200" y="2500468"/>
                </a:lnTo>
                <a:lnTo>
                  <a:pt x="0" y="25004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661410" y="-1032184"/>
            <a:ext cx="7315200" cy="2500468"/>
          </a:xfrm>
          <a:custGeom>
            <a:avLst/>
            <a:gdLst/>
            <a:ahLst/>
            <a:cxnLst/>
            <a:rect l="l" t="t" r="r" b="b"/>
            <a:pathLst>
              <a:path w="7315200" h="2500468">
                <a:moveTo>
                  <a:pt x="0" y="0"/>
                </a:moveTo>
                <a:lnTo>
                  <a:pt x="7315200" y="0"/>
                </a:lnTo>
                <a:lnTo>
                  <a:pt x="7315200" y="2500468"/>
                </a:lnTo>
                <a:lnTo>
                  <a:pt x="0" y="25004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277569" y="1281132"/>
            <a:ext cx="13732863" cy="7724735"/>
          </a:xfrm>
          <a:custGeom>
            <a:avLst/>
            <a:gdLst/>
            <a:ahLst/>
            <a:cxnLst/>
            <a:rect l="l" t="t" r="r" b="b"/>
            <a:pathLst>
              <a:path w="13732863" h="7724735">
                <a:moveTo>
                  <a:pt x="0" y="0"/>
                </a:moveTo>
                <a:lnTo>
                  <a:pt x="13732862" y="0"/>
                </a:lnTo>
                <a:lnTo>
                  <a:pt x="13732862" y="7724736"/>
                </a:lnTo>
                <a:lnTo>
                  <a:pt x="0" y="77247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6630335" y="6564777"/>
            <a:ext cx="5027330" cy="763963"/>
            <a:chOff x="0" y="0"/>
            <a:chExt cx="1324070" cy="20120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324070" cy="201208"/>
            </a:xfrm>
            <a:custGeom>
              <a:avLst/>
              <a:gdLst/>
              <a:ahLst/>
              <a:cxnLst/>
              <a:rect l="l" t="t" r="r" b="b"/>
              <a:pathLst>
                <a:path w="1324070" h="201208">
                  <a:moveTo>
                    <a:pt x="30799" y="0"/>
                  </a:moveTo>
                  <a:lnTo>
                    <a:pt x="1293271" y="0"/>
                  </a:lnTo>
                  <a:cubicBezTo>
                    <a:pt x="1301440" y="0"/>
                    <a:pt x="1309274" y="3245"/>
                    <a:pt x="1315050" y="9021"/>
                  </a:cubicBezTo>
                  <a:cubicBezTo>
                    <a:pt x="1320825" y="14797"/>
                    <a:pt x="1324070" y="22631"/>
                    <a:pt x="1324070" y="30799"/>
                  </a:cubicBezTo>
                  <a:lnTo>
                    <a:pt x="1324070" y="170409"/>
                  </a:lnTo>
                  <a:cubicBezTo>
                    <a:pt x="1324070" y="178578"/>
                    <a:pt x="1320825" y="186411"/>
                    <a:pt x="1315050" y="192187"/>
                  </a:cubicBezTo>
                  <a:cubicBezTo>
                    <a:pt x="1309274" y="197963"/>
                    <a:pt x="1301440" y="201208"/>
                    <a:pt x="1293271" y="201208"/>
                  </a:cubicBezTo>
                  <a:lnTo>
                    <a:pt x="30799" y="201208"/>
                  </a:lnTo>
                  <a:cubicBezTo>
                    <a:pt x="22631" y="201208"/>
                    <a:pt x="14797" y="197963"/>
                    <a:pt x="9021" y="192187"/>
                  </a:cubicBezTo>
                  <a:cubicBezTo>
                    <a:pt x="3245" y="186411"/>
                    <a:pt x="0" y="178578"/>
                    <a:pt x="0" y="170409"/>
                  </a:cubicBezTo>
                  <a:lnTo>
                    <a:pt x="0" y="30799"/>
                  </a:lnTo>
                  <a:cubicBezTo>
                    <a:pt x="0" y="22631"/>
                    <a:pt x="3245" y="14797"/>
                    <a:pt x="9021" y="9021"/>
                  </a:cubicBezTo>
                  <a:cubicBezTo>
                    <a:pt x="14797" y="3245"/>
                    <a:pt x="22631" y="0"/>
                    <a:pt x="30799" y="0"/>
                  </a:cubicBezTo>
                  <a:close/>
                </a:path>
              </a:pathLst>
            </a:custGeom>
            <a:solidFill>
              <a:srgbClr val="FFB5EA"/>
            </a:solidFill>
            <a:ln w="28575" cap="sq">
              <a:solidFill>
                <a:srgbClr val="313131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324070" cy="2393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6764211" y="6605446"/>
            <a:ext cx="4759578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Kelompok 5</a:t>
            </a:r>
          </a:p>
        </p:txBody>
      </p:sp>
      <p:sp>
        <p:nvSpPr>
          <p:cNvPr id="13" name="Freeform 13"/>
          <p:cNvSpPr/>
          <p:nvPr/>
        </p:nvSpPr>
        <p:spPr>
          <a:xfrm rot="-2478875">
            <a:off x="13089608" y="6432818"/>
            <a:ext cx="594968" cy="798957"/>
          </a:xfrm>
          <a:custGeom>
            <a:avLst/>
            <a:gdLst/>
            <a:ahLst/>
            <a:cxnLst/>
            <a:rect l="l" t="t" r="r" b="b"/>
            <a:pathLst>
              <a:path w="594968" h="798957">
                <a:moveTo>
                  <a:pt x="0" y="0"/>
                </a:moveTo>
                <a:lnTo>
                  <a:pt x="594968" y="0"/>
                </a:lnTo>
                <a:lnTo>
                  <a:pt x="594968" y="798957"/>
                </a:lnTo>
                <a:lnTo>
                  <a:pt x="0" y="79895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707332">
            <a:off x="13741329" y="2702740"/>
            <a:ext cx="618235" cy="989177"/>
          </a:xfrm>
          <a:custGeom>
            <a:avLst/>
            <a:gdLst/>
            <a:ahLst/>
            <a:cxnLst/>
            <a:rect l="l" t="t" r="r" b="b"/>
            <a:pathLst>
              <a:path w="618235" h="989177">
                <a:moveTo>
                  <a:pt x="0" y="0"/>
                </a:moveTo>
                <a:lnTo>
                  <a:pt x="618235" y="0"/>
                </a:lnTo>
                <a:lnTo>
                  <a:pt x="618235" y="989176"/>
                </a:lnTo>
                <a:lnTo>
                  <a:pt x="0" y="98917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rot="69513">
            <a:off x="1550777" y="5725804"/>
            <a:ext cx="2170896" cy="1911684"/>
          </a:xfrm>
          <a:custGeom>
            <a:avLst/>
            <a:gdLst/>
            <a:ahLst/>
            <a:cxnLst/>
            <a:rect l="l" t="t" r="r" b="b"/>
            <a:pathLst>
              <a:path w="2170896" h="1911684">
                <a:moveTo>
                  <a:pt x="0" y="0"/>
                </a:moveTo>
                <a:lnTo>
                  <a:pt x="2170895" y="0"/>
                </a:lnTo>
                <a:lnTo>
                  <a:pt x="2170895" y="1911684"/>
                </a:lnTo>
                <a:lnTo>
                  <a:pt x="0" y="191168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4333938" y="3187803"/>
            <a:ext cx="9620123" cy="2968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75"/>
              </a:lnSpc>
            </a:pPr>
            <a:r>
              <a:rPr lang="en-US" sz="7500" dirty="0">
                <a:solidFill>
                  <a:srgbClr val="000000"/>
                </a:solidFill>
                <a:latin typeface="Chunk Five"/>
                <a:ea typeface="Chunk Five"/>
                <a:cs typeface="Chunk Five"/>
                <a:sym typeface="Chunk Five"/>
              </a:rPr>
              <a:t>PEMBUATAN WEBSITE</a:t>
            </a:r>
          </a:p>
          <a:p>
            <a:pPr algn="ctr">
              <a:lnSpc>
                <a:spcPts val="7575"/>
              </a:lnSpc>
            </a:pPr>
            <a:r>
              <a:rPr lang="en-US" sz="7500" dirty="0">
                <a:solidFill>
                  <a:srgbClr val="000000"/>
                </a:solidFill>
                <a:latin typeface="Chunk Five"/>
                <a:ea typeface="Chunk Five"/>
                <a:cs typeface="Chunk Five"/>
                <a:sym typeface="Chunk Five"/>
              </a:rPr>
              <a:t>PENYEWAAN KIOS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874966" y="3469363"/>
            <a:ext cx="5158121" cy="1059416"/>
            <a:chOff x="0" y="0"/>
            <a:chExt cx="904482" cy="18577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04482" cy="185770"/>
            </a:xfrm>
            <a:custGeom>
              <a:avLst/>
              <a:gdLst/>
              <a:ahLst/>
              <a:cxnLst/>
              <a:rect l="l" t="t" r="r" b="b"/>
              <a:pathLst>
                <a:path w="904482" h="185770">
                  <a:moveTo>
                    <a:pt x="19512" y="0"/>
                  </a:moveTo>
                  <a:lnTo>
                    <a:pt x="884970" y="0"/>
                  </a:lnTo>
                  <a:cubicBezTo>
                    <a:pt x="895747" y="0"/>
                    <a:pt x="904482" y="8736"/>
                    <a:pt x="904482" y="19512"/>
                  </a:cubicBezTo>
                  <a:lnTo>
                    <a:pt x="904482" y="166258"/>
                  </a:lnTo>
                  <a:cubicBezTo>
                    <a:pt x="904482" y="177034"/>
                    <a:pt x="895747" y="185770"/>
                    <a:pt x="884970" y="185770"/>
                  </a:cubicBezTo>
                  <a:lnTo>
                    <a:pt x="19512" y="185770"/>
                  </a:lnTo>
                  <a:cubicBezTo>
                    <a:pt x="8736" y="185770"/>
                    <a:pt x="0" y="177034"/>
                    <a:pt x="0" y="166258"/>
                  </a:cubicBezTo>
                  <a:lnTo>
                    <a:pt x="0" y="19512"/>
                  </a:lnTo>
                  <a:cubicBezTo>
                    <a:pt x="0" y="8736"/>
                    <a:pt x="8736" y="0"/>
                    <a:pt x="19512" y="0"/>
                  </a:cubicBezTo>
                  <a:close/>
                </a:path>
              </a:pathLst>
            </a:custGeom>
            <a:solidFill>
              <a:srgbClr val="CFCDFF"/>
            </a:solidFill>
            <a:ln w="19050" cap="sq">
              <a:solidFill>
                <a:srgbClr val="B3B2D5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904482" cy="2238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760515" y="3340606"/>
            <a:ext cx="5158121" cy="1059416"/>
            <a:chOff x="0" y="0"/>
            <a:chExt cx="904482" cy="18577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04482" cy="185770"/>
            </a:xfrm>
            <a:custGeom>
              <a:avLst/>
              <a:gdLst/>
              <a:ahLst/>
              <a:cxnLst/>
              <a:rect l="l" t="t" r="r" b="b"/>
              <a:pathLst>
                <a:path w="904482" h="185770">
                  <a:moveTo>
                    <a:pt x="19512" y="0"/>
                  </a:moveTo>
                  <a:lnTo>
                    <a:pt x="884970" y="0"/>
                  </a:lnTo>
                  <a:cubicBezTo>
                    <a:pt x="895747" y="0"/>
                    <a:pt x="904482" y="8736"/>
                    <a:pt x="904482" y="19512"/>
                  </a:cubicBezTo>
                  <a:lnTo>
                    <a:pt x="904482" y="166258"/>
                  </a:lnTo>
                  <a:cubicBezTo>
                    <a:pt x="904482" y="177034"/>
                    <a:pt x="895747" y="185770"/>
                    <a:pt x="884970" y="185770"/>
                  </a:cubicBezTo>
                  <a:lnTo>
                    <a:pt x="19512" y="185770"/>
                  </a:lnTo>
                  <a:cubicBezTo>
                    <a:pt x="8736" y="185770"/>
                    <a:pt x="0" y="177034"/>
                    <a:pt x="0" y="166258"/>
                  </a:cubicBezTo>
                  <a:lnTo>
                    <a:pt x="0" y="19512"/>
                  </a:lnTo>
                  <a:cubicBezTo>
                    <a:pt x="0" y="8736"/>
                    <a:pt x="8736" y="0"/>
                    <a:pt x="19512" y="0"/>
                  </a:cubicBezTo>
                  <a:close/>
                </a:path>
              </a:pathLst>
            </a:custGeom>
            <a:solidFill>
              <a:srgbClr val="D6EAF4"/>
            </a:solidFill>
            <a:ln w="285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904482" cy="2238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874966" y="4757011"/>
            <a:ext cx="5158121" cy="1059416"/>
            <a:chOff x="0" y="0"/>
            <a:chExt cx="904482" cy="18577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04482" cy="185770"/>
            </a:xfrm>
            <a:custGeom>
              <a:avLst/>
              <a:gdLst/>
              <a:ahLst/>
              <a:cxnLst/>
              <a:rect l="l" t="t" r="r" b="b"/>
              <a:pathLst>
                <a:path w="904482" h="185770">
                  <a:moveTo>
                    <a:pt x="19512" y="0"/>
                  </a:moveTo>
                  <a:lnTo>
                    <a:pt x="884970" y="0"/>
                  </a:lnTo>
                  <a:cubicBezTo>
                    <a:pt x="895747" y="0"/>
                    <a:pt x="904482" y="8736"/>
                    <a:pt x="904482" y="19512"/>
                  </a:cubicBezTo>
                  <a:lnTo>
                    <a:pt x="904482" y="166258"/>
                  </a:lnTo>
                  <a:cubicBezTo>
                    <a:pt x="904482" y="177034"/>
                    <a:pt x="895747" y="185770"/>
                    <a:pt x="884970" y="185770"/>
                  </a:cubicBezTo>
                  <a:lnTo>
                    <a:pt x="19512" y="185770"/>
                  </a:lnTo>
                  <a:cubicBezTo>
                    <a:pt x="8736" y="185770"/>
                    <a:pt x="0" y="177034"/>
                    <a:pt x="0" y="166258"/>
                  </a:cubicBezTo>
                  <a:lnTo>
                    <a:pt x="0" y="19512"/>
                  </a:lnTo>
                  <a:cubicBezTo>
                    <a:pt x="0" y="8736"/>
                    <a:pt x="8736" y="0"/>
                    <a:pt x="19512" y="0"/>
                  </a:cubicBezTo>
                  <a:close/>
                </a:path>
              </a:pathLst>
            </a:custGeom>
            <a:solidFill>
              <a:srgbClr val="CFCDFF"/>
            </a:solidFill>
            <a:ln w="19050" cap="sq">
              <a:solidFill>
                <a:srgbClr val="B3B2D5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904482" cy="2238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760515" y="4628254"/>
            <a:ext cx="5158121" cy="1059416"/>
            <a:chOff x="0" y="0"/>
            <a:chExt cx="904482" cy="18577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04482" cy="185770"/>
            </a:xfrm>
            <a:custGeom>
              <a:avLst/>
              <a:gdLst/>
              <a:ahLst/>
              <a:cxnLst/>
              <a:rect l="l" t="t" r="r" b="b"/>
              <a:pathLst>
                <a:path w="904482" h="185770">
                  <a:moveTo>
                    <a:pt x="19512" y="0"/>
                  </a:moveTo>
                  <a:lnTo>
                    <a:pt x="884970" y="0"/>
                  </a:lnTo>
                  <a:cubicBezTo>
                    <a:pt x="895747" y="0"/>
                    <a:pt x="904482" y="8736"/>
                    <a:pt x="904482" y="19512"/>
                  </a:cubicBezTo>
                  <a:lnTo>
                    <a:pt x="904482" y="166258"/>
                  </a:lnTo>
                  <a:cubicBezTo>
                    <a:pt x="904482" y="177034"/>
                    <a:pt x="895747" y="185770"/>
                    <a:pt x="884970" y="185770"/>
                  </a:cubicBezTo>
                  <a:lnTo>
                    <a:pt x="19512" y="185770"/>
                  </a:lnTo>
                  <a:cubicBezTo>
                    <a:pt x="8736" y="185770"/>
                    <a:pt x="0" y="177034"/>
                    <a:pt x="0" y="166258"/>
                  </a:cubicBezTo>
                  <a:lnTo>
                    <a:pt x="0" y="19512"/>
                  </a:lnTo>
                  <a:cubicBezTo>
                    <a:pt x="0" y="8736"/>
                    <a:pt x="8736" y="0"/>
                    <a:pt x="19512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FFF6F0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904482" cy="2238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 rot="329682">
            <a:off x="2488916" y="3047430"/>
            <a:ext cx="714602" cy="714602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41397" y="41397"/>
              <a:ext cx="730006" cy="730006"/>
            </a:xfrm>
            <a:custGeom>
              <a:avLst/>
              <a:gdLst/>
              <a:ahLst/>
              <a:cxnLst/>
              <a:rect l="l" t="t" r="r" b="b"/>
              <a:pathLst>
                <a:path w="730006" h="730006">
                  <a:moveTo>
                    <a:pt x="392494" y="17507"/>
                  </a:moveTo>
                  <a:lnTo>
                    <a:pt x="466828" y="176784"/>
                  </a:lnTo>
                  <a:cubicBezTo>
                    <a:pt x="484586" y="214834"/>
                    <a:pt x="515172" y="245420"/>
                    <a:pt x="553222" y="263178"/>
                  </a:cubicBezTo>
                  <a:lnTo>
                    <a:pt x="712499" y="337512"/>
                  </a:lnTo>
                  <a:cubicBezTo>
                    <a:pt x="723179" y="342497"/>
                    <a:pt x="730006" y="353217"/>
                    <a:pt x="730006" y="365003"/>
                  </a:cubicBezTo>
                  <a:cubicBezTo>
                    <a:pt x="730006" y="376789"/>
                    <a:pt x="723179" y="387509"/>
                    <a:pt x="712499" y="392494"/>
                  </a:cubicBezTo>
                  <a:lnTo>
                    <a:pt x="553222" y="466828"/>
                  </a:lnTo>
                  <a:cubicBezTo>
                    <a:pt x="515172" y="484586"/>
                    <a:pt x="484586" y="515172"/>
                    <a:pt x="466828" y="553222"/>
                  </a:cubicBezTo>
                  <a:lnTo>
                    <a:pt x="392494" y="712499"/>
                  </a:lnTo>
                  <a:cubicBezTo>
                    <a:pt x="387509" y="723179"/>
                    <a:pt x="376789" y="730006"/>
                    <a:pt x="365003" y="730006"/>
                  </a:cubicBezTo>
                  <a:cubicBezTo>
                    <a:pt x="353217" y="730006"/>
                    <a:pt x="342497" y="723179"/>
                    <a:pt x="337512" y="712499"/>
                  </a:cubicBezTo>
                  <a:lnTo>
                    <a:pt x="263178" y="553222"/>
                  </a:lnTo>
                  <a:cubicBezTo>
                    <a:pt x="245420" y="515172"/>
                    <a:pt x="214834" y="484586"/>
                    <a:pt x="176784" y="466828"/>
                  </a:cubicBezTo>
                  <a:lnTo>
                    <a:pt x="17507" y="392494"/>
                  </a:lnTo>
                  <a:cubicBezTo>
                    <a:pt x="6827" y="387509"/>
                    <a:pt x="0" y="376789"/>
                    <a:pt x="0" y="365003"/>
                  </a:cubicBezTo>
                  <a:cubicBezTo>
                    <a:pt x="0" y="353217"/>
                    <a:pt x="6827" y="342497"/>
                    <a:pt x="17507" y="337512"/>
                  </a:cubicBezTo>
                  <a:lnTo>
                    <a:pt x="176784" y="263178"/>
                  </a:lnTo>
                  <a:cubicBezTo>
                    <a:pt x="214834" y="245420"/>
                    <a:pt x="245420" y="214834"/>
                    <a:pt x="263178" y="176784"/>
                  </a:cubicBezTo>
                  <a:lnTo>
                    <a:pt x="337512" y="17507"/>
                  </a:lnTo>
                  <a:cubicBezTo>
                    <a:pt x="342497" y="6827"/>
                    <a:pt x="353217" y="0"/>
                    <a:pt x="365003" y="0"/>
                  </a:cubicBezTo>
                  <a:cubicBezTo>
                    <a:pt x="376789" y="0"/>
                    <a:pt x="387509" y="6827"/>
                    <a:pt x="392494" y="17507"/>
                  </a:cubicBezTo>
                  <a:close/>
                </a:path>
              </a:pathLst>
            </a:custGeom>
            <a:solidFill>
              <a:srgbClr val="D6EAF4"/>
            </a:solidFill>
            <a:ln w="38100" cap="sq">
              <a:solidFill>
                <a:srgbClr val="CFCDFF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Freeform 18"/>
          <p:cNvSpPr/>
          <p:nvPr/>
        </p:nvSpPr>
        <p:spPr>
          <a:xfrm flipH="1">
            <a:off x="13233126" y="512824"/>
            <a:ext cx="7315200" cy="2500468"/>
          </a:xfrm>
          <a:custGeom>
            <a:avLst/>
            <a:gdLst/>
            <a:ahLst/>
            <a:cxnLst/>
            <a:rect l="l" t="t" r="r" b="b"/>
            <a:pathLst>
              <a:path w="7315200" h="2500468">
                <a:moveTo>
                  <a:pt x="7315200" y="0"/>
                </a:moveTo>
                <a:lnTo>
                  <a:pt x="0" y="0"/>
                </a:lnTo>
                <a:lnTo>
                  <a:pt x="0" y="2500468"/>
                </a:lnTo>
                <a:lnTo>
                  <a:pt x="7315200" y="2500468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 flipH="1">
            <a:off x="-5961109" y="7444632"/>
            <a:ext cx="7315200" cy="2500468"/>
          </a:xfrm>
          <a:custGeom>
            <a:avLst/>
            <a:gdLst/>
            <a:ahLst/>
            <a:cxnLst/>
            <a:rect l="l" t="t" r="r" b="b"/>
            <a:pathLst>
              <a:path w="7315200" h="2500468">
                <a:moveTo>
                  <a:pt x="7315200" y="0"/>
                </a:moveTo>
                <a:lnTo>
                  <a:pt x="0" y="0"/>
                </a:lnTo>
                <a:lnTo>
                  <a:pt x="0" y="2500469"/>
                </a:lnTo>
                <a:lnTo>
                  <a:pt x="7315200" y="2500469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20" name="Group 20"/>
          <p:cNvGrpSpPr/>
          <p:nvPr/>
        </p:nvGrpSpPr>
        <p:grpSpPr>
          <a:xfrm>
            <a:off x="1849959" y="1915453"/>
            <a:ext cx="7667938" cy="411477"/>
            <a:chOff x="0" y="0"/>
            <a:chExt cx="2019539" cy="10837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019539" cy="108372"/>
            </a:xfrm>
            <a:custGeom>
              <a:avLst/>
              <a:gdLst/>
              <a:ahLst/>
              <a:cxnLst/>
              <a:rect l="l" t="t" r="r" b="b"/>
              <a:pathLst>
                <a:path w="2019539" h="108372">
                  <a:moveTo>
                    <a:pt x="0" y="0"/>
                  </a:moveTo>
                  <a:lnTo>
                    <a:pt x="2019539" y="0"/>
                  </a:lnTo>
                  <a:lnTo>
                    <a:pt x="2019539" y="108372"/>
                  </a:lnTo>
                  <a:lnTo>
                    <a:pt x="0" y="108372"/>
                  </a:lnTo>
                  <a:close/>
                </a:path>
              </a:pathLst>
            </a:custGeom>
            <a:solidFill>
              <a:srgbClr val="A8DED6"/>
            </a:solidFill>
            <a:ln cap="sq">
              <a:noFill/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2019539" cy="146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2901854" y="3529001"/>
            <a:ext cx="4875443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Anderson Randy S.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094017" y="4818697"/>
            <a:ext cx="2491118" cy="573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Progammer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531537" y="1433484"/>
            <a:ext cx="8304782" cy="941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30"/>
              </a:lnSpc>
              <a:spcBef>
                <a:spcPct val="0"/>
              </a:spcBef>
            </a:pPr>
            <a:r>
              <a:rPr lang="en-US" sz="4950">
                <a:solidFill>
                  <a:srgbClr val="000000"/>
                </a:solidFill>
                <a:latin typeface="Chunk Five"/>
                <a:ea typeface="Chunk Five"/>
                <a:cs typeface="Chunk Five"/>
                <a:sym typeface="Chunk Five"/>
              </a:rPr>
              <a:t>ANGGOTA KELOMPOK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2874966" y="6911236"/>
            <a:ext cx="5158121" cy="1059416"/>
            <a:chOff x="0" y="0"/>
            <a:chExt cx="904482" cy="18577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904482" cy="185770"/>
            </a:xfrm>
            <a:custGeom>
              <a:avLst/>
              <a:gdLst/>
              <a:ahLst/>
              <a:cxnLst/>
              <a:rect l="l" t="t" r="r" b="b"/>
              <a:pathLst>
                <a:path w="904482" h="185770">
                  <a:moveTo>
                    <a:pt x="19512" y="0"/>
                  </a:moveTo>
                  <a:lnTo>
                    <a:pt x="884970" y="0"/>
                  </a:lnTo>
                  <a:cubicBezTo>
                    <a:pt x="895747" y="0"/>
                    <a:pt x="904482" y="8736"/>
                    <a:pt x="904482" y="19512"/>
                  </a:cubicBezTo>
                  <a:lnTo>
                    <a:pt x="904482" y="166258"/>
                  </a:lnTo>
                  <a:cubicBezTo>
                    <a:pt x="904482" y="177034"/>
                    <a:pt x="895747" y="185770"/>
                    <a:pt x="884970" y="185770"/>
                  </a:cubicBezTo>
                  <a:lnTo>
                    <a:pt x="19512" y="185770"/>
                  </a:lnTo>
                  <a:cubicBezTo>
                    <a:pt x="8736" y="185770"/>
                    <a:pt x="0" y="177034"/>
                    <a:pt x="0" y="166258"/>
                  </a:cubicBezTo>
                  <a:lnTo>
                    <a:pt x="0" y="19512"/>
                  </a:lnTo>
                  <a:cubicBezTo>
                    <a:pt x="0" y="8736"/>
                    <a:pt x="8736" y="0"/>
                    <a:pt x="19512" y="0"/>
                  </a:cubicBezTo>
                  <a:close/>
                </a:path>
              </a:pathLst>
            </a:custGeom>
            <a:solidFill>
              <a:srgbClr val="CFCDFF"/>
            </a:solidFill>
            <a:ln w="19050" cap="sq">
              <a:solidFill>
                <a:srgbClr val="B3B2D5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904482" cy="2238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2760515" y="6782478"/>
            <a:ext cx="5158121" cy="1059416"/>
            <a:chOff x="0" y="0"/>
            <a:chExt cx="904482" cy="18577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904482" cy="185770"/>
            </a:xfrm>
            <a:custGeom>
              <a:avLst/>
              <a:gdLst/>
              <a:ahLst/>
              <a:cxnLst/>
              <a:rect l="l" t="t" r="r" b="b"/>
              <a:pathLst>
                <a:path w="904482" h="185770">
                  <a:moveTo>
                    <a:pt x="19512" y="0"/>
                  </a:moveTo>
                  <a:lnTo>
                    <a:pt x="884970" y="0"/>
                  </a:lnTo>
                  <a:cubicBezTo>
                    <a:pt x="895747" y="0"/>
                    <a:pt x="904482" y="8736"/>
                    <a:pt x="904482" y="19512"/>
                  </a:cubicBezTo>
                  <a:lnTo>
                    <a:pt x="904482" y="166258"/>
                  </a:lnTo>
                  <a:cubicBezTo>
                    <a:pt x="904482" y="177034"/>
                    <a:pt x="895747" y="185770"/>
                    <a:pt x="884970" y="185770"/>
                  </a:cubicBezTo>
                  <a:lnTo>
                    <a:pt x="19512" y="185770"/>
                  </a:lnTo>
                  <a:cubicBezTo>
                    <a:pt x="8736" y="185770"/>
                    <a:pt x="0" y="177034"/>
                    <a:pt x="0" y="166258"/>
                  </a:cubicBezTo>
                  <a:lnTo>
                    <a:pt x="0" y="19512"/>
                  </a:lnTo>
                  <a:cubicBezTo>
                    <a:pt x="0" y="8736"/>
                    <a:pt x="8736" y="0"/>
                    <a:pt x="19512" y="0"/>
                  </a:cubicBezTo>
                  <a:close/>
                </a:path>
              </a:pathLst>
            </a:custGeom>
            <a:solidFill>
              <a:srgbClr val="D6EAF4"/>
            </a:solidFill>
            <a:ln w="285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904482" cy="2238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2874966" y="8198884"/>
            <a:ext cx="5158121" cy="1059416"/>
            <a:chOff x="0" y="0"/>
            <a:chExt cx="904482" cy="18577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904482" cy="185770"/>
            </a:xfrm>
            <a:custGeom>
              <a:avLst/>
              <a:gdLst/>
              <a:ahLst/>
              <a:cxnLst/>
              <a:rect l="l" t="t" r="r" b="b"/>
              <a:pathLst>
                <a:path w="904482" h="185770">
                  <a:moveTo>
                    <a:pt x="19512" y="0"/>
                  </a:moveTo>
                  <a:lnTo>
                    <a:pt x="884970" y="0"/>
                  </a:lnTo>
                  <a:cubicBezTo>
                    <a:pt x="895747" y="0"/>
                    <a:pt x="904482" y="8736"/>
                    <a:pt x="904482" y="19512"/>
                  </a:cubicBezTo>
                  <a:lnTo>
                    <a:pt x="904482" y="166258"/>
                  </a:lnTo>
                  <a:cubicBezTo>
                    <a:pt x="904482" y="177034"/>
                    <a:pt x="895747" y="185770"/>
                    <a:pt x="884970" y="185770"/>
                  </a:cubicBezTo>
                  <a:lnTo>
                    <a:pt x="19512" y="185770"/>
                  </a:lnTo>
                  <a:cubicBezTo>
                    <a:pt x="8736" y="185770"/>
                    <a:pt x="0" y="177034"/>
                    <a:pt x="0" y="166258"/>
                  </a:cubicBezTo>
                  <a:lnTo>
                    <a:pt x="0" y="19512"/>
                  </a:lnTo>
                  <a:cubicBezTo>
                    <a:pt x="0" y="8736"/>
                    <a:pt x="8736" y="0"/>
                    <a:pt x="19512" y="0"/>
                  </a:cubicBezTo>
                  <a:close/>
                </a:path>
              </a:pathLst>
            </a:custGeom>
            <a:solidFill>
              <a:srgbClr val="CFCDFF"/>
            </a:solidFill>
            <a:ln w="19050" cap="sq">
              <a:solidFill>
                <a:srgbClr val="B3B2D5"/>
              </a:solidFill>
              <a:prstDash val="solid"/>
              <a:miter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904482" cy="2238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2760515" y="8070126"/>
            <a:ext cx="5158121" cy="1059416"/>
            <a:chOff x="0" y="0"/>
            <a:chExt cx="904482" cy="18577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904482" cy="185770"/>
            </a:xfrm>
            <a:custGeom>
              <a:avLst/>
              <a:gdLst/>
              <a:ahLst/>
              <a:cxnLst/>
              <a:rect l="l" t="t" r="r" b="b"/>
              <a:pathLst>
                <a:path w="904482" h="185770">
                  <a:moveTo>
                    <a:pt x="19512" y="0"/>
                  </a:moveTo>
                  <a:lnTo>
                    <a:pt x="884970" y="0"/>
                  </a:lnTo>
                  <a:cubicBezTo>
                    <a:pt x="895747" y="0"/>
                    <a:pt x="904482" y="8736"/>
                    <a:pt x="904482" y="19512"/>
                  </a:cubicBezTo>
                  <a:lnTo>
                    <a:pt x="904482" y="166258"/>
                  </a:lnTo>
                  <a:cubicBezTo>
                    <a:pt x="904482" y="177034"/>
                    <a:pt x="895747" y="185770"/>
                    <a:pt x="884970" y="185770"/>
                  </a:cubicBezTo>
                  <a:lnTo>
                    <a:pt x="19512" y="185770"/>
                  </a:lnTo>
                  <a:cubicBezTo>
                    <a:pt x="8736" y="185770"/>
                    <a:pt x="0" y="177034"/>
                    <a:pt x="0" y="166258"/>
                  </a:cubicBezTo>
                  <a:lnTo>
                    <a:pt x="0" y="19512"/>
                  </a:lnTo>
                  <a:cubicBezTo>
                    <a:pt x="0" y="8736"/>
                    <a:pt x="8736" y="0"/>
                    <a:pt x="19512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FFF6F0"/>
              </a:solidFill>
              <a:prstDash val="solid"/>
              <a:miter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904482" cy="2238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8" name="Group 38"/>
          <p:cNvGrpSpPr/>
          <p:nvPr/>
        </p:nvGrpSpPr>
        <p:grpSpPr>
          <a:xfrm rot="329682">
            <a:off x="2488916" y="6489303"/>
            <a:ext cx="714602" cy="714602"/>
            <a:chOff x="0" y="0"/>
            <a:chExt cx="812800" cy="812800"/>
          </a:xfrm>
        </p:grpSpPr>
        <p:sp>
          <p:nvSpPr>
            <p:cNvPr id="39" name="Freeform 39"/>
            <p:cNvSpPr/>
            <p:nvPr/>
          </p:nvSpPr>
          <p:spPr>
            <a:xfrm>
              <a:off x="41397" y="41397"/>
              <a:ext cx="730006" cy="730006"/>
            </a:xfrm>
            <a:custGeom>
              <a:avLst/>
              <a:gdLst/>
              <a:ahLst/>
              <a:cxnLst/>
              <a:rect l="l" t="t" r="r" b="b"/>
              <a:pathLst>
                <a:path w="730006" h="730006">
                  <a:moveTo>
                    <a:pt x="392494" y="17507"/>
                  </a:moveTo>
                  <a:lnTo>
                    <a:pt x="466828" y="176784"/>
                  </a:lnTo>
                  <a:cubicBezTo>
                    <a:pt x="484586" y="214834"/>
                    <a:pt x="515172" y="245420"/>
                    <a:pt x="553222" y="263178"/>
                  </a:cubicBezTo>
                  <a:lnTo>
                    <a:pt x="712499" y="337512"/>
                  </a:lnTo>
                  <a:cubicBezTo>
                    <a:pt x="723179" y="342497"/>
                    <a:pt x="730006" y="353217"/>
                    <a:pt x="730006" y="365003"/>
                  </a:cubicBezTo>
                  <a:cubicBezTo>
                    <a:pt x="730006" y="376789"/>
                    <a:pt x="723179" y="387509"/>
                    <a:pt x="712499" y="392494"/>
                  </a:cubicBezTo>
                  <a:lnTo>
                    <a:pt x="553222" y="466828"/>
                  </a:lnTo>
                  <a:cubicBezTo>
                    <a:pt x="515172" y="484586"/>
                    <a:pt x="484586" y="515172"/>
                    <a:pt x="466828" y="553222"/>
                  </a:cubicBezTo>
                  <a:lnTo>
                    <a:pt x="392494" y="712499"/>
                  </a:lnTo>
                  <a:cubicBezTo>
                    <a:pt x="387509" y="723179"/>
                    <a:pt x="376789" y="730006"/>
                    <a:pt x="365003" y="730006"/>
                  </a:cubicBezTo>
                  <a:cubicBezTo>
                    <a:pt x="353217" y="730006"/>
                    <a:pt x="342497" y="723179"/>
                    <a:pt x="337512" y="712499"/>
                  </a:cubicBezTo>
                  <a:lnTo>
                    <a:pt x="263178" y="553222"/>
                  </a:lnTo>
                  <a:cubicBezTo>
                    <a:pt x="245420" y="515172"/>
                    <a:pt x="214834" y="484586"/>
                    <a:pt x="176784" y="466828"/>
                  </a:cubicBezTo>
                  <a:lnTo>
                    <a:pt x="17507" y="392494"/>
                  </a:lnTo>
                  <a:cubicBezTo>
                    <a:pt x="6827" y="387509"/>
                    <a:pt x="0" y="376789"/>
                    <a:pt x="0" y="365003"/>
                  </a:cubicBezTo>
                  <a:cubicBezTo>
                    <a:pt x="0" y="353217"/>
                    <a:pt x="6827" y="342497"/>
                    <a:pt x="17507" y="337512"/>
                  </a:cubicBezTo>
                  <a:lnTo>
                    <a:pt x="176784" y="263178"/>
                  </a:lnTo>
                  <a:cubicBezTo>
                    <a:pt x="214834" y="245420"/>
                    <a:pt x="245420" y="214834"/>
                    <a:pt x="263178" y="176784"/>
                  </a:cubicBezTo>
                  <a:lnTo>
                    <a:pt x="337512" y="17507"/>
                  </a:lnTo>
                  <a:cubicBezTo>
                    <a:pt x="342497" y="6827"/>
                    <a:pt x="353217" y="0"/>
                    <a:pt x="365003" y="0"/>
                  </a:cubicBezTo>
                  <a:cubicBezTo>
                    <a:pt x="376789" y="0"/>
                    <a:pt x="387509" y="6827"/>
                    <a:pt x="392494" y="17507"/>
                  </a:cubicBezTo>
                  <a:close/>
                </a:path>
              </a:pathLst>
            </a:custGeom>
            <a:solidFill>
              <a:srgbClr val="D6EAF4"/>
            </a:solidFill>
            <a:ln w="38100" cap="sq">
              <a:solidFill>
                <a:srgbClr val="CFCDFF"/>
              </a:solidFill>
              <a:prstDash val="solid"/>
              <a:miter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2901854" y="7016577"/>
            <a:ext cx="4875443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Maulina Muslimah M.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3654936" y="8275032"/>
            <a:ext cx="3369279" cy="573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UI/UX Designer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10659005" y="3453742"/>
            <a:ext cx="5158121" cy="1059416"/>
            <a:chOff x="0" y="0"/>
            <a:chExt cx="904482" cy="18577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904482" cy="185770"/>
            </a:xfrm>
            <a:custGeom>
              <a:avLst/>
              <a:gdLst/>
              <a:ahLst/>
              <a:cxnLst/>
              <a:rect l="l" t="t" r="r" b="b"/>
              <a:pathLst>
                <a:path w="904482" h="185770">
                  <a:moveTo>
                    <a:pt x="19512" y="0"/>
                  </a:moveTo>
                  <a:lnTo>
                    <a:pt x="884970" y="0"/>
                  </a:lnTo>
                  <a:cubicBezTo>
                    <a:pt x="895747" y="0"/>
                    <a:pt x="904482" y="8736"/>
                    <a:pt x="904482" y="19512"/>
                  </a:cubicBezTo>
                  <a:lnTo>
                    <a:pt x="904482" y="166258"/>
                  </a:lnTo>
                  <a:cubicBezTo>
                    <a:pt x="904482" y="177034"/>
                    <a:pt x="895747" y="185770"/>
                    <a:pt x="884970" y="185770"/>
                  </a:cubicBezTo>
                  <a:lnTo>
                    <a:pt x="19512" y="185770"/>
                  </a:lnTo>
                  <a:cubicBezTo>
                    <a:pt x="8736" y="185770"/>
                    <a:pt x="0" y="177034"/>
                    <a:pt x="0" y="166258"/>
                  </a:cubicBezTo>
                  <a:lnTo>
                    <a:pt x="0" y="19512"/>
                  </a:lnTo>
                  <a:cubicBezTo>
                    <a:pt x="0" y="8736"/>
                    <a:pt x="8736" y="0"/>
                    <a:pt x="19512" y="0"/>
                  </a:cubicBezTo>
                  <a:close/>
                </a:path>
              </a:pathLst>
            </a:custGeom>
            <a:solidFill>
              <a:srgbClr val="CFCDFF"/>
            </a:solidFill>
            <a:ln w="19050" cap="sq">
              <a:solidFill>
                <a:srgbClr val="B3B2D5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0" y="-38100"/>
              <a:ext cx="904482" cy="2238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0544554" y="3324984"/>
            <a:ext cx="5158121" cy="1059416"/>
            <a:chOff x="0" y="0"/>
            <a:chExt cx="904482" cy="18577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904482" cy="185770"/>
            </a:xfrm>
            <a:custGeom>
              <a:avLst/>
              <a:gdLst/>
              <a:ahLst/>
              <a:cxnLst/>
              <a:rect l="l" t="t" r="r" b="b"/>
              <a:pathLst>
                <a:path w="904482" h="185770">
                  <a:moveTo>
                    <a:pt x="19512" y="0"/>
                  </a:moveTo>
                  <a:lnTo>
                    <a:pt x="884970" y="0"/>
                  </a:lnTo>
                  <a:cubicBezTo>
                    <a:pt x="895747" y="0"/>
                    <a:pt x="904482" y="8736"/>
                    <a:pt x="904482" y="19512"/>
                  </a:cubicBezTo>
                  <a:lnTo>
                    <a:pt x="904482" y="166258"/>
                  </a:lnTo>
                  <a:cubicBezTo>
                    <a:pt x="904482" y="177034"/>
                    <a:pt x="895747" y="185770"/>
                    <a:pt x="884970" y="185770"/>
                  </a:cubicBezTo>
                  <a:lnTo>
                    <a:pt x="19512" y="185770"/>
                  </a:lnTo>
                  <a:cubicBezTo>
                    <a:pt x="8736" y="185770"/>
                    <a:pt x="0" y="177034"/>
                    <a:pt x="0" y="166258"/>
                  </a:cubicBezTo>
                  <a:lnTo>
                    <a:pt x="0" y="19512"/>
                  </a:lnTo>
                  <a:cubicBezTo>
                    <a:pt x="0" y="8736"/>
                    <a:pt x="8736" y="0"/>
                    <a:pt x="19512" y="0"/>
                  </a:cubicBezTo>
                  <a:close/>
                </a:path>
              </a:pathLst>
            </a:custGeom>
            <a:solidFill>
              <a:srgbClr val="D6EAF4"/>
            </a:solidFill>
            <a:ln w="285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0" y="-38100"/>
              <a:ext cx="904482" cy="2238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0659005" y="4741390"/>
            <a:ext cx="5158121" cy="1059416"/>
            <a:chOff x="0" y="0"/>
            <a:chExt cx="904482" cy="18577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904482" cy="185770"/>
            </a:xfrm>
            <a:custGeom>
              <a:avLst/>
              <a:gdLst/>
              <a:ahLst/>
              <a:cxnLst/>
              <a:rect l="l" t="t" r="r" b="b"/>
              <a:pathLst>
                <a:path w="904482" h="185770">
                  <a:moveTo>
                    <a:pt x="19512" y="0"/>
                  </a:moveTo>
                  <a:lnTo>
                    <a:pt x="884970" y="0"/>
                  </a:lnTo>
                  <a:cubicBezTo>
                    <a:pt x="895747" y="0"/>
                    <a:pt x="904482" y="8736"/>
                    <a:pt x="904482" y="19512"/>
                  </a:cubicBezTo>
                  <a:lnTo>
                    <a:pt x="904482" y="166258"/>
                  </a:lnTo>
                  <a:cubicBezTo>
                    <a:pt x="904482" y="177034"/>
                    <a:pt x="895747" y="185770"/>
                    <a:pt x="884970" y="185770"/>
                  </a:cubicBezTo>
                  <a:lnTo>
                    <a:pt x="19512" y="185770"/>
                  </a:lnTo>
                  <a:cubicBezTo>
                    <a:pt x="8736" y="185770"/>
                    <a:pt x="0" y="177034"/>
                    <a:pt x="0" y="166258"/>
                  </a:cubicBezTo>
                  <a:lnTo>
                    <a:pt x="0" y="19512"/>
                  </a:lnTo>
                  <a:cubicBezTo>
                    <a:pt x="0" y="8736"/>
                    <a:pt x="8736" y="0"/>
                    <a:pt x="19512" y="0"/>
                  </a:cubicBezTo>
                  <a:close/>
                </a:path>
              </a:pathLst>
            </a:custGeom>
            <a:solidFill>
              <a:srgbClr val="CFCDFF"/>
            </a:solidFill>
            <a:ln w="19050" cap="sq">
              <a:solidFill>
                <a:srgbClr val="B3B2D5"/>
              </a:solidFill>
              <a:prstDash val="solid"/>
              <a:miter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0" y="-38100"/>
              <a:ext cx="904482" cy="2238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0544554" y="4612632"/>
            <a:ext cx="5158121" cy="1059416"/>
            <a:chOff x="0" y="0"/>
            <a:chExt cx="904482" cy="18577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904482" cy="185770"/>
            </a:xfrm>
            <a:custGeom>
              <a:avLst/>
              <a:gdLst/>
              <a:ahLst/>
              <a:cxnLst/>
              <a:rect l="l" t="t" r="r" b="b"/>
              <a:pathLst>
                <a:path w="904482" h="185770">
                  <a:moveTo>
                    <a:pt x="19512" y="0"/>
                  </a:moveTo>
                  <a:lnTo>
                    <a:pt x="884970" y="0"/>
                  </a:lnTo>
                  <a:cubicBezTo>
                    <a:pt x="895747" y="0"/>
                    <a:pt x="904482" y="8736"/>
                    <a:pt x="904482" y="19512"/>
                  </a:cubicBezTo>
                  <a:lnTo>
                    <a:pt x="904482" y="166258"/>
                  </a:lnTo>
                  <a:cubicBezTo>
                    <a:pt x="904482" y="177034"/>
                    <a:pt x="895747" y="185770"/>
                    <a:pt x="884970" y="185770"/>
                  </a:cubicBezTo>
                  <a:lnTo>
                    <a:pt x="19512" y="185770"/>
                  </a:lnTo>
                  <a:cubicBezTo>
                    <a:pt x="8736" y="185770"/>
                    <a:pt x="0" y="177034"/>
                    <a:pt x="0" y="166258"/>
                  </a:cubicBezTo>
                  <a:lnTo>
                    <a:pt x="0" y="19512"/>
                  </a:lnTo>
                  <a:cubicBezTo>
                    <a:pt x="0" y="8736"/>
                    <a:pt x="8736" y="0"/>
                    <a:pt x="19512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FFF6F0"/>
              </a:solidFill>
              <a:prstDash val="solid"/>
              <a:miter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0" y="-38100"/>
              <a:ext cx="904482" cy="2238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5" name="Group 55"/>
          <p:cNvGrpSpPr/>
          <p:nvPr/>
        </p:nvGrpSpPr>
        <p:grpSpPr>
          <a:xfrm rot="329682">
            <a:off x="10272955" y="3031809"/>
            <a:ext cx="714602" cy="714602"/>
            <a:chOff x="0" y="0"/>
            <a:chExt cx="812800" cy="812800"/>
          </a:xfrm>
        </p:grpSpPr>
        <p:sp>
          <p:nvSpPr>
            <p:cNvPr id="56" name="Freeform 56"/>
            <p:cNvSpPr/>
            <p:nvPr/>
          </p:nvSpPr>
          <p:spPr>
            <a:xfrm>
              <a:off x="41397" y="41397"/>
              <a:ext cx="730006" cy="730006"/>
            </a:xfrm>
            <a:custGeom>
              <a:avLst/>
              <a:gdLst/>
              <a:ahLst/>
              <a:cxnLst/>
              <a:rect l="l" t="t" r="r" b="b"/>
              <a:pathLst>
                <a:path w="730006" h="730006">
                  <a:moveTo>
                    <a:pt x="392494" y="17507"/>
                  </a:moveTo>
                  <a:lnTo>
                    <a:pt x="466828" y="176784"/>
                  </a:lnTo>
                  <a:cubicBezTo>
                    <a:pt x="484586" y="214834"/>
                    <a:pt x="515172" y="245420"/>
                    <a:pt x="553222" y="263178"/>
                  </a:cubicBezTo>
                  <a:lnTo>
                    <a:pt x="712499" y="337512"/>
                  </a:lnTo>
                  <a:cubicBezTo>
                    <a:pt x="723179" y="342497"/>
                    <a:pt x="730006" y="353217"/>
                    <a:pt x="730006" y="365003"/>
                  </a:cubicBezTo>
                  <a:cubicBezTo>
                    <a:pt x="730006" y="376789"/>
                    <a:pt x="723179" y="387509"/>
                    <a:pt x="712499" y="392494"/>
                  </a:cubicBezTo>
                  <a:lnTo>
                    <a:pt x="553222" y="466828"/>
                  </a:lnTo>
                  <a:cubicBezTo>
                    <a:pt x="515172" y="484586"/>
                    <a:pt x="484586" y="515172"/>
                    <a:pt x="466828" y="553222"/>
                  </a:cubicBezTo>
                  <a:lnTo>
                    <a:pt x="392494" y="712499"/>
                  </a:lnTo>
                  <a:cubicBezTo>
                    <a:pt x="387509" y="723179"/>
                    <a:pt x="376789" y="730006"/>
                    <a:pt x="365003" y="730006"/>
                  </a:cubicBezTo>
                  <a:cubicBezTo>
                    <a:pt x="353217" y="730006"/>
                    <a:pt x="342497" y="723179"/>
                    <a:pt x="337512" y="712499"/>
                  </a:cubicBezTo>
                  <a:lnTo>
                    <a:pt x="263178" y="553222"/>
                  </a:lnTo>
                  <a:cubicBezTo>
                    <a:pt x="245420" y="515172"/>
                    <a:pt x="214834" y="484586"/>
                    <a:pt x="176784" y="466828"/>
                  </a:cubicBezTo>
                  <a:lnTo>
                    <a:pt x="17507" y="392494"/>
                  </a:lnTo>
                  <a:cubicBezTo>
                    <a:pt x="6827" y="387509"/>
                    <a:pt x="0" y="376789"/>
                    <a:pt x="0" y="365003"/>
                  </a:cubicBezTo>
                  <a:cubicBezTo>
                    <a:pt x="0" y="353217"/>
                    <a:pt x="6827" y="342497"/>
                    <a:pt x="17507" y="337512"/>
                  </a:cubicBezTo>
                  <a:lnTo>
                    <a:pt x="176784" y="263178"/>
                  </a:lnTo>
                  <a:cubicBezTo>
                    <a:pt x="214834" y="245420"/>
                    <a:pt x="245420" y="214834"/>
                    <a:pt x="263178" y="176784"/>
                  </a:cubicBezTo>
                  <a:lnTo>
                    <a:pt x="337512" y="17507"/>
                  </a:lnTo>
                  <a:cubicBezTo>
                    <a:pt x="342497" y="6827"/>
                    <a:pt x="353217" y="0"/>
                    <a:pt x="365003" y="0"/>
                  </a:cubicBezTo>
                  <a:cubicBezTo>
                    <a:pt x="376789" y="0"/>
                    <a:pt x="387509" y="6827"/>
                    <a:pt x="392494" y="17507"/>
                  </a:cubicBezTo>
                  <a:close/>
                </a:path>
              </a:pathLst>
            </a:custGeom>
            <a:solidFill>
              <a:srgbClr val="D6EAF4"/>
            </a:solidFill>
            <a:ln w="38100" cap="sq">
              <a:solidFill>
                <a:srgbClr val="CFCDFF"/>
              </a:solidFill>
              <a:prstDash val="solid"/>
              <a:miter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8" name="TextBox 58"/>
          <p:cNvSpPr txBox="1"/>
          <p:nvPr/>
        </p:nvSpPr>
        <p:spPr>
          <a:xfrm>
            <a:off x="10685893" y="3513380"/>
            <a:ext cx="4875443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Ratih Anggraeni P.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1440362" y="4818697"/>
            <a:ext cx="3585527" cy="573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Project Manager</a:t>
            </a:r>
          </a:p>
        </p:txBody>
      </p:sp>
      <p:grpSp>
        <p:nvGrpSpPr>
          <p:cNvPr id="60" name="Group 60"/>
          <p:cNvGrpSpPr/>
          <p:nvPr/>
        </p:nvGrpSpPr>
        <p:grpSpPr>
          <a:xfrm>
            <a:off x="10756758" y="6874435"/>
            <a:ext cx="5158121" cy="1059416"/>
            <a:chOff x="0" y="0"/>
            <a:chExt cx="904482" cy="18577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904482" cy="185770"/>
            </a:xfrm>
            <a:custGeom>
              <a:avLst/>
              <a:gdLst/>
              <a:ahLst/>
              <a:cxnLst/>
              <a:rect l="l" t="t" r="r" b="b"/>
              <a:pathLst>
                <a:path w="904482" h="185770">
                  <a:moveTo>
                    <a:pt x="19512" y="0"/>
                  </a:moveTo>
                  <a:lnTo>
                    <a:pt x="884970" y="0"/>
                  </a:lnTo>
                  <a:cubicBezTo>
                    <a:pt x="895747" y="0"/>
                    <a:pt x="904482" y="8736"/>
                    <a:pt x="904482" y="19512"/>
                  </a:cubicBezTo>
                  <a:lnTo>
                    <a:pt x="904482" y="166258"/>
                  </a:lnTo>
                  <a:cubicBezTo>
                    <a:pt x="904482" y="177034"/>
                    <a:pt x="895747" y="185770"/>
                    <a:pt x="884970" y="185770"/>
                  </a:cubicBezTo>
                  <a:lnTo>
                    <a:pt x="19512" y="185770"/>
                  </a:lnTo>
                  <a:cubicBezTo>
                    <a:pt x="8736" y="185770"/>
                    <a:pt x="0" y="177034"/>
                    <a:pt x="0" y="166258"/>
                  </a:cubicBezTo>
                  <a:lnTo>
                    <a:pt x="0" y="19512"/>
                  </a:lnTo>
                  <a:cubicBezTo>
                    <a:pt x="0" y="8736"/>
                    <a:pt x="8736" y="0"/>
                    <a:pt x="19512" y="0"/>
                  </a:cubicBezTo>
                  <a:close/>
                </a:path>
              </a:pathLst>
            </a:custGeom>
            <a:solidFill>
              <a:srgbClr val="CFCDFF"/>
            </a:solidFill>
            <a:ln w="19050" cap="sq">
              <a:solidFill>
                <a:srgbClr val="B3B2D5"/>
              </a:solidFill>
              <a:prstDash val="solid"/>
              <a:miter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0" y="-38100"/>
              <a:ext cx="904482" cy="2238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0642307" y="6745677"/>
            <a:ext cx="5158121" cy="1059416"/>
            <a:chOff x="0" y="0"/>
            <a:chExt cx="904482" cy="18577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904482" cy="185770"/>
            </a:xfrm>
            <a:custGeom>
              <a:avLst/>
              <a:gdLst/>
              <a:ahLst/>
              <a:cxnLst/>
              <a:rect l="l" t="t" r="r" b="b"/>
              <a:pathLst>
                <a:path w="904482" h="185770">
                  <a:moveTo>
                    <a:pt x="19512" y="0"/>
                  </a:moveTo>
                  <a:lnTo>
                    <a:pt x="884970" y="0"/>
                  </a:lnTo>
                  <a:cubicBezTo>
                    <a:pt x="895747" y="0"/>
                    <a:pt x="904482" y="8736"/>
                    <a:pt x="904482" y="19512"/>
                  </a:cubicBezTo>
                  <a:lnTo>
                    <a:pt x="904482" y="166258"/>
                  </a:lnTo>
                  <a:cubicBezTo>
                    <a:pt x="904482" y="177034"/>
                    <a:pt x="895747" y="185770"/>
                    <a:pt x="884970" y="185770"/>
                  </a:cubicBezTo>
                  <a:lnTo>
                    <a:pt x="19512" y="185770"/>
                  </a:lnTo>
                  <a:cubicBezTo>
                    <a:pt x="8736" y="185770"/>
                    <a:pt x="0" y="177034"/>
                    <a:pt x="0" y="166258"/>
                  </a:cubicBezTo>
                  <a:lnTo>
                    <a:pt x="0" y="19512"/>
                  </a:lnTo>
                  <a:cubicBezTo>
                    <a:pt x="0" y="8736"/>
                    <a:pt x="8736" y="0"/>
                    <a:pt x="19512" y="0"/>
                  </a:cubicBezTo>
                  <a:close/>
                </a:path>
              </a:pathLst>
            </a:custGeom>
            <a:solidFill>
              <a:srgbClr val="D6EAF4"/>
            </a:solidFill>
            <a:ln w="285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0" y="-38100"/>
              <a:ext cx="904482" cy="2238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10756758" y="8162083"/>
            <a:ext cx="5158121" cy="1059416"/>
            <a:chOff x="0" y="0"/>
            <a:chExt cx="904482" cy="185770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904482" cy="185770"/>
            </a:xfrm>
            <a:custGeom>
              <a:avLst/>
              <a:gdLst/>
              <a:ahLst/>
              <a:cxnLst/>
              <a:rect l="l" t="t" r="r" b="b"/>
              <a:pathLst>
                <a:path w="904482" h="185770">
                  <a:moveTo>
                    <a:pt x="19512" y="0"/>
                  </a:moveTo>
                  <a:lnTo>
                    <a:pt x="884970" y="0"/>
                  </a:lnTo>
                  <a:cubicBezTo>
                    <a:pt x="895747" y="0"/>
                    <a:pt x="904482" y="8736"/>
                    <a:pt x="904482" y="19512"/>
                  </a:cubicBezTo>
                  <a:lnTo>
                    <a:pt x="904482" y="166258"/>
                  </a:lnTo>
                  <a:cubicBezTo>
                    <a:pt x="904482" y="177034"/>
                    <a:pt x="895747" y="185770"/>
                    <a:pt x="884970" y="185770"/>
                  </a:cubicBezTo>
                  <a:lnTo>
                    <a:pt x="19512" y="185770"/>
                  </a:lnTo>
                  <a:cubicBezTo>
                    <a:pt x="8736" y="185770"/>
                    <a:pt x="0" y="177034"/>
                    <a:pt x="0" y="166258"/>
                  </a:cubicBezTo>
                  <a:lnTo>
                    <a:pt x="0" y="19512"/>
                  </a:lnTo>
                  <a:cubicBezTo>
                    <a:pt x="0" y="8736"/>
                    <a:pt x="8736" y="0"/>
                    <a:pt x="19512" y="0"/>
                  </a:cubicBezTo>
                  <a:close/>
                </a:path>
              </a:pathLst>
            </a:custGeom>
            <a:solidFill>
              <a:srgbClr val="CFCDFF"/>
            </a:solidFill>
            <a:ln w="19050" cap="sq">
              <a:solidFill>
                <a:srgbClr val="B3B2D5"/>
              </a:solidFill>
              <a:prstDash val="solid"/>
              <a:miter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0" y="-38100"/>
              <a:ext cx="904482" cy="2238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10642307" y="8033325"/>
            <a:ext cx="5158121" cy="1059416"/>
            <a:chOff x="0" y="0"/>
            <a:chExt cx="904482" cy="185770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904482" cy="185770"/>
            </a:xfrm>
            <a:custGeom>
              <a:avLst/>
              <a:gdLst/>
              <a:ahLst/>
              <a:cxnLst/>
              <a:rect l="l" t="t" r="r" b="b"/>
              <a:pathLst>
                <a:path w="904482" h="185770">
                  <a:moveTo>
                    <a:pt x="19512" y="0"/>
                  </a:moveTo>
                  <a:lnTo>
                    <a:pt x="884970" y="0"/>
                  </a:lnTo>
                  <a:cubicBezTo>
                    <a:pt x="895747" y="0"/>
                    <a:pt x="904482" y="8736"/>
                    <a:pt x="904482" y="19512"/>
                  </a:cubicBezTo>
                  <a:lnTo>
                    <a:pt x="904482" y="166258"/>
                  </a:lnTo>
                  <a:cubicBezTo>
                    <a:pt x="904482" y="177034"/>
                    <a:pt x="895747" y="185770"/>
                    <a:pt x="884970" y="185770"/>
                  </a:cubicBezTo>
                  <a:lnTo>
                    <a:pt x="19512" y="185770"/>
                  </a:lnTo>
                  <a:cubicBezTo>
                    <a:pt x="8736" y="185770"/>
                    <a:pt x="0" y="177034"/>
                    <a:pt x="0" y="166258"/>
                  </a:cubicBezTo>
                  <a:lnTo>
                    <a:pt x="0" y="19512"/>
                  </a:lnTo>
                  <a:cubicBezTo>
                    <a:pt x="0" y="8736"/>
                    <a:pt x="8736" y="0"/>
                    <a:pt x="19512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FFF6F0"/>
              </a:solidFill>
              <a:prstDash val="solid"/>
              <a:miter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0" y="-38100"/>
              <a:ext cx="904482" cy="2238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2" name="Group 72"/>
          <p:cNvGrpSpPr/>
          <p:nvPr/>
        </p:nvGrpSpPr>
        <p:grpSpPr>
          <a:xfrm rot="329682">
            <a:off x="10370708" y="6452502"/>
            <a:ext cx="714602" cy="714602"/>
            <a:chOff x="0" y="0"/>
            <a:chExt cx="812800" cy="812800"/>
          </a:xfrm>
        </p:grpSpPr>
        <p:sp>
          <p:nvSpPr>
            <p:cNvPr id="73" name="Freeform 73"/>
            <p:cNvSpPr/>
            <p:nvPr/>
          </p:nvSpPr>
          <p:spPr>
            <a:xfrm>
              <a:off x="41397" y="41397"/>
              <a:ext cx="730006" cy="730006"/>
            </a:xfrm>
            <a:custGeom>
              <a:avLst/>
              <a:gdLst/>
              <a:ahLst/>
              <a:cxnLst/>
              <a:rect l="l" t="t" r="r" b="b"/>
              <a:pathLst>
                <a:path w="730006" h="730006">
                  <a:moveTo>
                    <a:pt x="392494" y="17507"/>
                  </a:moveTo>
                  <a:lnTo>
                    <a:pt x="466828" y="176784"/>
                  </a:lnTo>
                  <a:cubicBezTo>
                    <a:pt x="484586" y="214834"/>
                    <a:pt x="515172" y="245420"/>
                    <a:pt x="553222" y="263178"/>
                  </a:cubicBezTo>
                  <a:lnTo>
                    <a:pt x="712499" y="337512"/>
                  </a:lnTo>
                  <a:cubicBezTo>
                    <a:pt x="723179" y="342497"/>
                    <a:pt x="730006" y="353217"/>
                    <a:pt x="730006" y="365003"/>
                  </a:cubicBezTo>
                  <a:cubicBezTo>
                    <a:pt x="730006" y="376789"/>
                    <a:pt x="723179" y="387509"/>
                    <a:pt x="712499" y="392494"/>
                  </a:cubicBezTo>
                  <a:lnTo>
                    <a:pt x="553222" y="466828"/>
                  </a:lnTo>
                  <a:cubicBezTo>
                    <a:pt x="515172" y="484586"/>
                    <a:pt x="484586" y="515172"/>
                    <a:pt x="466828" y="553222"/>
                  </a:cubicBezTo>
                  <a:lnTo>
                    <a:pt x="392494" y="712499"/>
                  </a:lnTo>
                  <a:cubicBezTo>
                    <a:pt x="387509" y="723179"/>
                    <a:pt x="376789" y="730006"/>
                    <a:pt x="365003" y="730006"/>
                  </a:cubicBezTo>
                  <a:cubicBezTo>
                    <a:pt x="353217" y="730006"/>
                    <a:pt x="342497" y="723179"/>
                    <a:pt x="337512" y="712499"/>
                  </a:cubicBezTo>
                  <a:lnTo>
                    <a:pt x="263178" y="553222"/>
                  </a:lnTo>
                  <a:cubicBezTo>
                    <a:pt x="245420" y="515172"/>
                    <a:pt x="214834" y="484586"/>
                    <a:pt x="176784" y="466828"/>
                  </a:cubicBezTo>
                  <a:lnTo>
                    <a:pt x="17507" y="392494"/>
                  </a:lnTo>
                  <a:cubicBezTo>
                    <a:pt x="6827" y="387509"/>
                    <a:pt x="0" y="376789"/>
                    <a:pt x="0" y="365003"/>
                  </a:cubicBezTo>
                  <a:cubicBezTo>
                    <a:pt x="0" y="353217"/>
                    <a:pt x="6827" y="342497"/>
                    <a:pt x="17507" y="337512"/>
                  </a:cubicBezTo>
                  <a:lnTo>
                    <a:pt x="176784" y="263178"/>
                  </a:lnTo>
                  <a:cubicBezTo>
                    <a:pt x="214834" y="245420"/>
                    <a:pt x="245420" y="214834"/>
                    <a:pt x="263178" y="176784"/>
                  </a:cubicBezTo>
                  <a:lnTo>
                    <a:pt x="337512" y="17507"/>
                  </a:lnTo>
                  <a:cubicBezTo>
                    <a:pt x="342497" y="6827"/>
                    <a:pt x="353217" y="0"/>
                    <a:pt x="365003" y="0"/>
                  </a:cubicBezTo>
                  <a:cubicBezTo>
                    <a:pt x="376789" y="0"/>
                    <a:pt x="387509" y="6827"/>
                    <a:pt x="392494" y="17507"/>
                  </a:cubicBezTo>
                  <a:close/>
                </a:path>
              </a:pathLst>
            </a:custGeom>
            <a:solidFill>
              <a:srgbClr val="D6EAF4"/>
            </a:solidFill>
            <a:ln w="38100" cap="sq">
              <a:solidFill>
                <a:srgbClr val="CFCDFF"/>
              </a:solidFill>
              <a:prstDash val="solid"/>
              <a:miter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5" name="TextBox 75"/>
          <p:cNvSpPr txBox="1"/>
          <p:nvPr/>
        </p:nvSpPr>
        <p:spPr>
          <a:xfrm>
            <a:off x="10783646" y="6934073"/>
            <a:ext cx="4875443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Salvius Willyandra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11661296" y="8275032"/>
            <a:ext cx="3349046" cy="573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620"/>
              </a:lnSpc>
              <a:spcBef>
                <a:spcPct val="0"/>
              </a:spcBef>
            </a:pPr>
            <a:r>
              <a:rPr lang="en-US" sz="33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System Analyst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215986" y="7786532"/>
            <a:ext cx="7315200" cy="2500468"/>
          </a:xfrm>
          <a:custGeom>
            <a:avLst/>
            <a:gdLst/>
            <a:ahLst/>
            <a:cxnLst/>
            <a:rect l="l" t="t" r="r" b="b"/>
            <a:pathLst>
              <a:path w="7315200" h="2500468">
                <a:moveTo>
                  <a:pt x="0" y="0"/>
                </a:moveTo>
                <a:lnTo>
                  <a:pt x="7315200" y="0"/>
                </a:lnTo>
                <a:lnTo>
                  <a:pt x="7315200" y="2500468"/>
                </a:lnTo>
                <a:lnTo>
                  <a:pt x="0" y="25004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073922" y="8911412"/>
            <a:ext cx="7315200" cy="2500468"/>
          </a:xfrm>
          <a:custGeom>
            <a:avLst/>
            <a:gdLst/>
            <a:ahLst/>
            <a:cxnLst/>
            <a:rect l="l" t="t" r="r" b="b"/>
            <a:pathLst>
              <a:path w="7315200" h="2500468">
                <a:moveTo>
                  <a:pt x="0" y="0"/>
                </a:moveTo>
                <a:lnTo>
                  <a:pt x="7315200" y="0"/>
                </a:lnTo>
                <a:lnTo>
                  <a:pt x="7315200" y="2500468"/>
                </a:lnTo>
                <a:lnTo>
                  <a:pt x="0" y="25004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791737" y="537985"/>
            <a:ext cx="7315200" cy="2500468"/>
          </a:xfrm>
          <a:custGeom>
            <a:avLst/>
            <a:gdLst/>
            <a:ahLst/>
            <a:cxnLst/>
            <a:rect l="l" t="t" r="r" b="b"/>
            <a:pathLst>
              <a:path w="7315200" h="2500468">
                <a:moveTo>
                  <a:pt x="0" y="0"/>
                </a:moveTo>
                <a:lnTo>
                  <a:pt x="7315200" y="0"/>
                </a:lnTo>
                <a:lnTo>
                  <a:pt x="7315200" y="2500468"/>
                </a:lnTo>
                <a:lnTo>
                  <a:pt x="0" y="25004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5030918" y="537985"/>
            <a:ext cx="7315200" cy="2500468"/>
          </a:xfrm>
          <a:custGeom>
            <a:avLst/>
            <a:gdLst/>
            <a:ahLst/>
            <a:cxnLst/>
            <a:rect l="l" t="t" r="r" b="b"/>
            <a:pathLst>
              <a:path w="7315200" h="2500468">
                <a:moveTo>
                  <a:pt x="0" y="0"/>
                </a:moveTo>
                <a:lnTo>
                  <a:pt x="7315200" y="0"/>
                </a:lnTo>
                <a:lnTo>
                  <a:pt x="7315200" y="2500468"/>
                </a:lnTo>
                <a:lnTo>
                  <a:pt x="0" y="25004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3974569" y="2574336"/>
            <a:ext cx="10347242" cy="6074473"/>
            <a:chOff x="0" y="0"/>
            <a:chExt cx="3097341" cy="181833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097341" cy="1818331"/>
            </a:xfrm>
            <a:custGeom>
              <a:avLst/>
              <a:gdLst/>
              <a:ahLst/>
              <a:cxnLst/>
              <a:rect l="l" t="t" r="r" b="b"/>
              <a:pathLst>
                <a:path w="3097341" h="1818331">
                  <a:moveTo>
                    <a:pt x="15712" y="0"/>
                  </a:moveTo>
                  <a:lnTo>
                    <a:pt x="3081628" y="0"/>
                  </a:lnTo>
                  <a:cubicBezTo>
                    <a:pt x="3085796" y="0"/>
                    <a:pt x="3089792" y="1655"/>
                    <a:pt x="3092739" y="4602"/>
                  </a:cubicBezTo>
                  <a:cubicBezTo>
                    <a:pt x="3095685" y="7549"/>
                    <a:pt x="3097341" y="11545"/>
                    <a:pt x="3097341" y="15712"/>
                  </a:cubicBezTo>
                  <a:lnTo>
                    <a:pt x="3097341" y="1802619"/>
                  </a:lnTo>
                  <a:cubicBezTo>
                    <a:pt x="3097341" y="1806786"/>
                    <a:pt x="3095685" y="1810782"/>
                    <a:pt x="3092739" y="1813729"/>
                  </a:cubicBezTo>
                  <a:cubicBezTo>
                    <a:pt x="3089792" y="1816676"/>
                    <a:pt x="3085796" y="1818331"/>
                    <a:pt x="3081628" y="1818331"/>
                  </a:cubicBezTo>
                  <a:lnTo>
                    <a:pt x="15712" y="1818331"/>
                  </a:lnTo>
                  <a:cubicBezTo>
                    <a:pt x="7035" y="1818331"/>
                    <a:pt x="0" y="1811297"/>
                    <a:pt x="0" y="1802619"/>
                  </a:cubicBezTo>
                  <a:lnTo>
                    <a:pt x="0" y="15712"/>
                  </a:lnTo>
                  <a:cubicBezTo>
                    <a:pt x="0" y="7035"/>
                    <a:pt x="7035" y="0"/>
                    <a:pt x="15712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6E85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3097341" cy="18564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3966189" y="2566511"/>
            <a:ext cx="10355623" cy="512782"/>
            <a:chOff x="0" y="0"/>
            <a:chExt cx="3099849" cy="15349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099849" cy="153496"/>
            </a:xfrm>
            <a:custGeom>
              <a:avLst/>
              <a:gdLst/>
              <a:ahLst/>
              <a:cxnLst/>
              <a:rect l="l" t="t" r="r" b="b"/>
              <a:pathLst>
                <a:path w="3099849" h="153496">
                  <a:moveTo>
                    <a:pt x="7476" y="0"/>
                  </a:moveTo>
                  <a:lnTo>
                    <a:pt x="3092373" y="0"/>
                  </a:lnTo>
                  <a:cubicBezTo>
                    <a:pt x="3096502" y="0"/>
                    <a:pt x="3099849" y="3347"/>
                    <a:pt x="3099849" y="7476"/>
                  </a:cubicBezTo>
                  <a:lnTo>
                    <a:pt x="3099849" y="146020"/>
                  </a:lnTo>
                  <a:cubicBezTo>
                    <a:pt x="3099849" y="148003"/>
                    <a:pt x="3099062" y="149904"/>
                    <a:pt x="3097660" y="151306"/>
                  </a:cubicBezTo>
                  <a:cubicBezTo>
                    <a:pt x="3096258" y="152708"/>
                    <a:pt x="3094356" y="153496"/>
                    <a:pt x="3092373" y="153496"/>
                  </a:cubicBezTo>
                  <a:lnTo>
                    <a:pt x="7476" y="153496"/>
                  </a:lnTo>
                  <a:cubicBezTo>
                    <a:pt x="5493" y="153496"/>
                    <a:pt x="3592" y="152708"/>
                    <a:pt x="2190" y="151306"/>
                  </a:cubicBezTo>
                  <a:cubicBezTo>
                    <a:pt x="788" y="149904"/>
                    <a:pt x="0" y="148003"/>
                    <a:pt x="0" y="146020"/>
                  </a:cubicBezTo>
                  <a:lnTo>
                    <a:pt x="0" y="7476"/>
                  </a:lnTo>
                  <a:cubicBezTo>
                    <a:pt x="0" y="3347"/>
                    <a:pt x="3347" y="0"/>
                    <a:pt x="7476" y="0"/>
                  </a:cubicBezTo>
                  <a:close/>
                </a:path>
              </a:pathLst>
            </a:custGeom>
            <a:solidFill>
              <a:srgbClr val="D5BFE4"/>
            </a:solidFill>
            <a:ln w="19050" cap="sq">
              <a:solidFill>
                <a:srgbClr val="006E85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3099849" cy="1915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1586163" y="2686832"/>
            <a:ext cx="2519343" cy="273441"/>
            <a:chOff x="0" y="0"/>
            <a:chExt cx="754140" cy="8185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54140" cy="81852"/>
            </a:xfrm>
            <a:custGeom>
              <a:avLst/>
              <a:gdLst/>
              <a:ahLst/>
              <a:cxnLst/>
              <a:rect l="l" t="t" r="r" b="b"/>
              <a:pathLst>
                <a:path w="754140" h="81852">
                  <a:moveTo>
                    <a:pt x="30730" y="0"/>
                  </a:moveTo>
                  <a:lnTo>
                    <a:pt x="723410" y="0"/>
                  </a:lnTo>
                  <a:cubicBezTo>
                    <a:pt x="731560" y="0"/>
                    <a:pt x="739376" y="3238"/>
                    <a:pt x="745139" y="9001"/>
                  </a:cubicBezTo>
                  <a:cubicBezTo>
                    <a:pt x="750902" y="14764"/>
                    <a:pt x="754140" y="22580"/>
                    <a:pt x="754140" y="30730"/>
                  </a:cubicBezTo>
                  <a:lnTo>
                    <a:pt x="754140" y="51122"/>
                  </a:lnTo>
                  <a:cubicBezTo>
                    <a:pt x="754140" y="68093"/>
                    <a:pt x="740381" y="81852"/>
                    <a:pt x="723410" y="81852"/>
                  </a:cubicBezTo>
                  <a:lnTo>
                    <a:pt x="30730" y="81852"/>
                  </a:lnTo>
                  <a:cubicBezTo>
                    <a:pt x="22580" y="81852"/>
                    <a:pt x="14764" y="78614"/>
                    <a:pt x="9001" y="72851"/>
                  </a:cubicBezTo>
                  <a:cubicBezTo>
                    <a:pt x="3238" y="67088"/>
                    <a:pt x="0" y="59272"/>
                    <a:pt x="0" y="51122"/>
                  </a:cubicBezTo>
                  <a:lnTo>
                    <a:pt x="0" y="30730"/>
                  </a:lnTo>
                  <a:cubicBezTo>
                    <a:pt x="0" y="22580"/>
                    <a:pt x="3238" y="14764"/>
                    <a:pt x="9001" y="9001"/>
                  </a:cubicBezTo>
                  <a:cubicBezTo>
                    <a:pt x="14764" y="3238"/>
                    <a:pt x="22580" y="0"/>
                    <a:pt x="3073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6E85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754140" cy="1199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254024" y="2720426"/>
            <a:ext cx="244030" cy="244030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3A4A4"/>
            </a:solidFill>
            <a:ln w="28575" cap="sq">
              <a:solidFill>
                <a:srgbClr val="313131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602877" y="2720426"/>
            <a:ext cx="244030" cy="244030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2DE"/>
            </a:solidFill>
            <a:ln w="28575" cap="sq">
              <a:solidFill>
                <a:srgbClr val="313131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951730" y="2720426"/>
            <a:ext cx="244030" cy="244030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FCDFF"/>
            </a:solidFill>
            <a:ln w="28575" cap="sq">
              <a:solidFill>
                <a:srgbClr val="313131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5" name="Freeform 25"/>
          <p:cNvSpPr/>
          <p:nvPr/>
        </p:nvSpPr>
        <p:spPr>
          <a:xfrm rot="719075">
            <a:off x="15566542" y="9088334"/>
            <a:ext cx="596943" cy="955109"/>
          </a:xfrm>
          <a:custGeom>
            <a:avLst/>
            <a:gdLst/>
            <a:ahLst/>
            <a:cxnLst/>
            <a:rect l="l" t="t" r="r" b="b"/>
            <a:pathLst>
              <a:path w="596943" h="955109">
                <a:moveTo>
                  <a:pt x="0" y="0"/>
                </a:moveTo>
                <a:lnTo>
                  <a:pt x="596943" y="0"/>
                </a:lnTo>
                <a:lnTo>
                  <a:pt x="596943" y="955109"/>
                </a:lnTo>
                <a:lnTo>
                  <a:pt x="0" y="9551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4376039" y="3490847"/>
            <a:ext cx="9010626" cy="46712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Nama Usaha: </a:t>
            </a:r>
            <a:r>
              <a:rPr lang="en-US" sz="33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KiosQu</a:t>
            </a:r>
            <a:endParaRPr lang="en-US" sz="33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Nama </a:t>
            </a:r>
            <a:r>
              <a:rPr lang="en-US" sz="33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Pemilik</a:t>
            </a:r>
            <a:r>
              <a:rPr lang="en-US" sz="33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: Ibu Ratna Wulandari</a:t>
            </a: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Bidang</a:t>
            </a:r>
            <a:r>
              <a:rPr lang="en-US" sz="33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en-US" sz="33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Properti</a:t>
            </a:r>
            <a:endParaRPr lang="en-US" sz="33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Lokasi: </a:t>
            </a:r>
          </a:p>
          <a:p>
            <a:pPr marL="356235" lvl="1" algn="l">
              <a:lnSpc>
                <a:spcPts val="4620"/>
              </a:lnSpc>
            </a:pPr>
            <a:r>
              <a:rPr lang="en-US" sz="33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- Jl. Budi Harapan, Jakarta Timur</a:t>
            </a:r>
          </a:p>
          <a:p>
            <a:pPr marL="356235" lvl="1" algn="l">
              <a:lnSpc>
                <a:spcPts val="4620"/>
              </a:lnSpc>
            </a:pPr>
            <a:r>
              <a:rPr lang="en-US" sz="33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- Jl. Bekasi Raya, Jakarta Timur</a:t>
            </a:r>
          </a:p>
          <a:p>
            <a:pPr marL="356235" lvl="1" algn="l">
              <a:lnSpc>
                <a:spcPts val="4620"/>
              </a:lnSpc>
            </a:pPr>
            <a:r>
              <a:rPr lang="en-US" sz="33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- Jl. </a:t>
            </a:r>
            <a:r>
              <a:rPr lang="en-US" sz="33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Kincan</a:t>
            </a:r>
            <a:r>
              <a:rPr lang="en-US" sz="33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, Bekasi</a:t>
            </a:r>
          </a:p>
          <a:p>
            <a:pPr marL="712470" lvl="1" indent="-356235" algn="l">
              <a:lnSpc>
                <a:spcPts val="4620"/>
              </a:lnSpc>
              <a:buFont typeface="Arial"/>
              <a:buChar char="•"/>
            </a:pPr>
            <a:r>
              <a:rPr lang="en-US" sz="33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Target </a:t>
            </a:r>
            <a:r>
              <a:rPr lang="en-US" sz="33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Pelanggan</a:t>
            </a:r>
            <a:r>
              <a:rPr lang="en-US" sz="33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: UMKM</a:t>
            </a:r>
          </a:p>
        </p:txBody>
      </p:sp>
      <p:grpSp>
        <p:nvGrpSpPr>
          <p:cNvPr id="27" name="Group 27"/>
          <p:cNvGrpSpPr/>
          <p:nvPr/>
        </p:nvGrpSpPr>
        <p:grpSpPr>
          <a:xfrm rot="-196716">
            <a:off x="14838671" y="623670"/>
            <a:ext cx="618045" cy="618045"/>
            <a:chOff x="0" y="0"/>
            <a:chExt cx="812800" cy="812800"/>
          </a:xfrm>
        </p:grpSpPr>
        <p:sp>
          <p:nvSpPr>
            <p:cNvPr id="28" name="Freeform 28"/>
            <p:cNvSpPr/>
            <p:nvPr/>
          </p:nvSpPr>
          <p:spPr>
            <a:xfrm>
              <a:off x="47864" y="47864"/>
              <a:ext cx="717071" cy="717071"/>
            </a:xfrm>
            <a:custGeom>
              <a:avLst/>
              <a:gdLst/>
              <a:ahLst/>
              <a:cxnLst/>
              <a:rect l="l" t="t" r="r" b="b"/>
              <a:pathLst>
                <a:path w="717071" h="717071">
                  <a:moveTo>
                    <a:pt x="390321" y="20243"/>
                  </a:moveTo>
                  <a:lnTo>
                    <a:pt x="456066" y="161114"/>
                  </a:lnTo>
                  <a:cubicBezTo>
                    <a:pt x="476599" y="205109"/>
                    <a:pt x="511962" y="240473"/>
                    <a:pt x="555958" y="261006"/>
                  </a:cubicBezTo>
                  <a:lnTo>
                    <a:pt x="696829" y="326751"/>
                  </a:lnTo>
                  <a:cubicBezTo>
                    <a:pt x="709178" y="332514"/>
                    <a:pt x="717072" y="344908"/>
                    <a:pt x="717072" y="358536"/>
                  </a:cubicBezTo>
                  <a:cubicBezTo>
                    <a:pt x="717072" y="372164"/>
                    <a:pt x="709178" y="384558"/>
                    <a:pt x="696829" y="390321"/>
                  </a:cubicBezTo>
                  <a:lnTo>
                    <a:pt x="555958" y="456066"/>
                  </a:lnTo>
                  <a:cubicBezTo>
                    <a:pt x="511962" y="476599"/>
                    <a:pt x="476599" y="511962"/>
                    <a:pt x="456066" y="555958"/>
                  </a:cubicBezTo>
                  <a:lnTo>
                    <a:pt x="390321" y="696829"/>
                  </a:lnTo>
                  <a:cubicBezTo>
                    <a:pt x="384558" y="709178"/>
                    <a:pt x="372164" y="717072"/>
                    <a:pt x="358536" y="717072"/>
                  </a:cubicBezTo>
                  <a:cubicBezTo>
                    <a:pt x="344908" y="717072"/>
                    <a:pt x="332514" y="709178"/>
                    <a:pt x="326751" y="696829"/>
                  </a:cubicBezTo>
                  <a:lnTo>
                    <a:pt x="261006" y="555958"/>
                  </a:lnTo>
                  <a:cubicBezTo>
                    <a:pt x="240473" y="511962"/>
                    <a:pt x="205109" y="476599"/>
                    <a:pt x="161114" y="456066"/>
                  </a:cubicBezTo>
                  <a:lnTo>
                    <a:pt x="20243" y="390321"/>
                  </a:lnTo>
                  <a:cubicBezTo>
                    <a:pt x="7894" y="384558"/>
                    <a:pt x="0" y="372164"/>
                    <a:pt x="0" y="358536"/>
                  </a:cubicBezTo>
                  <a:cubicBezTo>
                    <a:pt x="0" y="344908"/>
                    <a:pt x="7894" y="332514"/>
                    <a:pt x="20243" y="326751"/>
                  </a:cubicBezTo>
                  <a:lnTo>
                    <a:pt x="161114" y="261006"/>
                  </a:lnTo>
                  <a:cubicBezTo>
                    <a:pt x="205109" y="240473"/>
                    <a:pt x="240473" y="205109"/>
                    <a:pt x="261006" y="161114"/>
                  </a:cubicBezTo>
                  <a:lnTo>
                    <a:pt x="326751" y="20243"/>
                  </a:lnTo>
                  <a:cubicBezTo>
                    <a:pt x="332514" y="7894"/>
                    <a:pt x="344908" y="0"/>
                    <a:pt x="358536" y="0"/>
                  </a:cubicBezTo>
                  <a:cubicBezTo>
                    <a:pt x="372164" y="0"/>
                    <a:pt x="384558" y="7894"/>
                    <a:pt x="390321" y="20243"/>
                  </a:cubicBezTo>
                  <a:close/>
                </a:path>
              </a:pathLst>
            </a:custGeom>
            <a:solidFill>
              <a:srgbClr val="FFEBB5"/>
            </a:solidFill>
            <a:ln w="19050" cap="sq">
              <a:solidFill>
                <a:srgbClr val="313131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 rot="767333">
            <a:off x="1303327" y="6853792"/>
            <a:ext cx="548677" cy="548677"/>
            <a:chOff x="0" y="0"/>
            <a:chExt cx="812800" cy="812800"/>
          </a:xfrm>
        </p:grpSpPr>
        <p:sp>
          <p:nvSpPr>
            <p:cNvPr id="31" name="Freeform 31"/>
            <p:cNvSpPr/>
            <p:nvPr/>
          </p:nvSpPr>
          <p:spPr>
            <a:xfrm>
              <a:off x="53916" y="53916"/>
              <a:ext cx="704968" cy="704968"/>
            </a:xfrm>
            <a:custGeom>
              <a:avLst/>
              <a:gdLst/>
              <a:ahLst/>
              <a:cxnLst/>
              <a:rect l="l" t="t" r="r" b="b"/>
              <a:pathLst>
                <a:path w="704968" h="704968">
                  <a:moveTo>
                    <a:pt x="388288" y="22801"/>
                  </a:moveTo>
                  <a:lnTo>
                    <a:pt x="445995" y="146451"/>
                  </a:lnTo>
                  <a:cubicBezTo>
                    <a:pt x="469124" y="196009"/>
                    <a:pt x="508959" y="235844"/>
                    <a:pt x="558517" y="258973"/>
                  </a:cubicBezTo>
                  <a:lnTo>
                    <a:pt x="682167" y="316680"/>
                  </a:lnTo>
                  <a:cubicBezTo>
                    <a:pt x="696077" y="323172"/>
                    <a:pt x="704968" y="337133"/>
                    <a:pt x="704968" y="352484"/>
                  </a:cubicBezTo>
                  <a:cubicBezTo>
                    <a:pt x="704968" y="367835"/>
                    <a:pt x="696077" y="381796"/>
                    <a:pt x="682167" y="388288"/>
                  </a:cubicBezTo>
                  <a:lnTo>
                    <a:pt x="558517" y="445995"/>
                  </a:lnTo>
                  <a:cubicBezTo>
                    <a:pt x="508959" y="469124"/>
                    <a:pt x="469124" y="508959"/>
                    <a:pt x="445995" y="558517"/>
                  </a:cubicBezTo>
                  <a:lnTo>
                    <a:pt x="388288" y="682167"/>
                  </a:lnTo>
                  <a:cubicBezTo>
                    <a:pt x="381796" y="696077"/>
                    <a:pt x="367835" y="704968"/>
                    <a:pt x="352484" y="704968"/>
                  </a:cubicBezTo>
                  <a:cubicBezTo>
                    <a:pt x="337133" y="704968"/>
                    <a:pt x="323172" y="696077"/>
                    <a:pt x="316680" y="682167"/>
                  </a:cubicBezTo>
                  <a:lnTo>
                    <a:pt x="258973" y="558517"/>
                  </a:lnTo>
                  <a:cubicBezTo>
                    <a:pt x="235844" y="508959"/>
                    <a:pt x="196009" y="469124"/>
                    <a:pt x="146451" y="445995"/>
                  </a:cubicBezTo>
                  <a:lnTo>
                    <a:pt x="22801" y="388288"/>
                  </a:lnTo>
                  <a:cubicBezTo>
                    <a:pt x="8891" y="381796"/>
                    <a:pt x="0" y="367835"/>
                    <a:pt x="0" y="352484"/>
                  </a:cubicBezTo>
                  <a:cubicBezTo>
                    <a:pt x="0" y="337133"/>
                    <a:pt x="8891" y="323172"/>
                    <a:pt x="22801" y="316680"/>
                  </a:cubicBezTo>
                  <a:lnTo>
                    <a:pt x="146451" y="258973"/>
                  </a:lnTo>
                  <a:cubicBezTo>
                    <a:pt x="196009" y="235844"/>
                    <a:pt x="235844" y="196009"/>
                    <a:pt x="258973" y="146451"/>
                  </a:cubicBezTo>
                  <a:lnTo>
                    <a:pt x="316680" y="22801"/>
                  </a:lnTo>
                  <a:cubicBezTo>
                    <a:pt x="323172" y="8891"/>
                    <a:pt x="337133" y="0"/>
                    <a:pt x="352484" y="0"/>
                  </a:cubicBezTo>
                  <a:cubicBezTo>
                    <a:pt x="367835" y="0"/>
                    <a:pt x="381796" y="8891"/>
                    <a:pt x="388288" y="22801"/>
                  </a:cubicBezTo>
                  <a:close/>
                </a:path>
              </a:pathLst>
            </a:custGeom>
            <a:solidFill>
              <a:srgbClr val="FFEBB5"/>
            </a:solidFill>
            <a:ln w="19050" cap="sq">
              <a:solidFill>
                <a:srgbClr val="313131"/>
              </a:solidFill>
              <a:prstDash val="solid"/>
              <a:miter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 rot="-196716">
            <a:off x="16950277" y="5298637"/>
            <a:ext cx="618045" cy="618045"/>
            <a:chOff x="0" y="0"/>
            <a:chExt cx="812800" cy="812800"/>
          </a:xfrm>
        </p:grpSpPr>
        <p:sp>
          <p:nvSpPr>
            <p:cNvPr id="34" name="Freeform 34"/>
            <p:cNvSpPr/>
            <p:nvPr/>
          </p:nvSpPr>
          <p:spPr>
            <a:xfrm>
              <a:off x="47864" y="47864"/>
              <a:ext cx="717071" cy="717071"/>
            </a:xfrm>
            <a:custGeom>
              <a:avLst/>
              <a:gdLst/>
              <a:ahLst/>
              <a:cxnLst/>
              <a:rect l="l" t="t" r="r" b="b"/>
              <a:pathLst>
                <a:path w="717071" h="717071">
                  <a:moveTo>
                    <a:pt x="390321" y="20243"/>
                  </a:moveTo>
                  <a:lnTo>
                    <a:pt x="456066" y="161114"/>
                  </a:lnTo>
                  <a:cubicBezTo>
                    <a:pt x="476599" y="205109"/>
                    <a:pt x="511962" y="240473"/>
                    <a:pt x="555958" y="261006"/>
                  </a:cubicBezTo>
                  <a:lnTo>
                    <a:pt x="696829" y="326751"/>
                  </a:lnTo>
                  <a:cubicBezTo>
                    <a:pt x="709178" y="332514"/>
                    <a:pt x="717072" y="344908"/>
                    <a:pt x="717072" y="358536"/>
                  </a:cubicBezTo>
                  <a:cubicBezTo>
                    <a:pt x="717072" y="372164"/>
                    <a:pt x="709178" y="384558"/>
                    <a:pt x="696829" y="390321"/>
                  </a:cubicBezTo>
                  <a:lnTo>
                    <a:pt x="555958" y="456066"/>
                  </a:lnTo>
                  <a:cubicBezTo>
                    <a:pt x="511962" y="476599"/>
                    <a:pt x="476599" y="511962"/>
                    <a:pt x="456066" y="555958"/>
                  </a:cubicBezTo>
                  <a:lnTo>
                    <a:pt x="390321" y="696829"/>
                  </a:lnTo>
                  <a:cubicBezTo>
                    <a:pt x="384558" y="709178"/>
                    <a:pt x="372164" y="717072"/>
                    <a:pt x="358536" y="717072"/>
                  </a:cubicBezTo>
                  <a:cubicBezTo>
                    <a:pt x="344908" y="717072"/>
                    <a:pt x="332514" y="709178"/>
                    <a:pt x="326751" y="696829"/>
                  </a:cubicBezTo>
                  <a:lnTo>
                    <a:pt x="261006" y="555958"/>
                  </a:lnTo>
                  <a:cubicBezTo>
                    <a:pt x="240473" y="511962"/>
                    <a:pt x="205109" y="476599"/>
                    <a:pt x="161114" y="456066"/>
                  </a:cubicBezTo>
                  <a:lnTo>
                    <a:pt x="20243" y="390321"/>
                  </a:lnTo>
                  <a:cubicBezTo>
                    <a:pt x="7894" y="384558"/>
                    <a:pt x="0" y="372164"/>
                    <a:pt x="0" y="358536"/>
                  </a:cubicBezTo>
                  <a:cubicBezTo>
                    <a:pt x="0" y="344908"/>
                    <a:pt x="7894" y="332514"/>
                    <a:pt x="20243" y="326751"/>
                  </a:cubicBezTo>
                  <a:lnTo>
                    <a:pt x="161114" y="261006"/>
                  </a:lnTo>
                  <a:cubicBezTo>
                    <a:pt x="205109" y="240473"/>
                    <a:pt x="240473" y="205109"/>
                    <a:pt x="261006" y="161114"/>
                  </a:cubicBezTo>
                  <a:lnTo>
                    <a:pt x="326751" y="20243"/>
                  </a:lnTo>
                  <a:cubicBezTo>
                    <a:pt x="332514" y="7894"/>
                    <a:pt x="344908" y="0"/>
                    <a:pt x="358536" y="0"/>
                  </a:cubicBezTo>
                  <a:cubicBezTo>
                    <a:pt x="372164" y="0"/>
                    <a:pt x="384558" y="7894"/>
                    <a:pt x="390321" y="20243"/>
                  </a:cubicBezTo>
                  <a:close/>
                </a:path>
              </a:pathLst>
            </a:custGeom>
            <a:solidFill>
              <a:srgbClr val="FFEBB5"/>
            </a:solidFill>
            <a:ln w="19050" cap="sq">
              <a:solidFill>
                <a:srgbClr val="313131"/>
              </a:solidFill>
              <a:prstDash val="solid"/>
              <a:miter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2504987" y="1630285"/>
            <a:ext cx="6774776" cy="411477"/>
            <a:chOff x="0" y="0"/>
            <a:chExt cx="1784303" cy="108372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784303" cy="108372"/>
            </a:xfrm>
            <a:custGeom>
              <a:avLst/>
              <a:gdLst/>
              <a:ahLst/>
              <a:cxnLst/>
              <a:rect l="l" t="t" r="r" b="b"/>
              <a:pathLst>
                <a:path w="1784303" h="108372">
                  <a:moveTo>
                    <a:pt x="0" y="0"/>
                  </a:moveTo>
                  <a:lnTo>
                    <a:pt x="1784303" y="0"/>
                  </a:lnTo>
                  <a:lnTo>
                    <a:pt x="1784303" y="108372"/>
                  </a:lnTo>
                  <a:lnTo>
                    <a:pt x="0" y="108372"/>
                  </a:lnTo>
                  <a:close/>
                </a:path>
              </a:pathLst>
            </a:custGeom>
            <a:solidFill>
              <a:srgbClr val="A8DED6"/>
            </a:solidFill>
            <a:ln cap="sq">
              <a:noFill/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0" y="-38100"/>
              <a:ext cx="1784303" cy="146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2284282" y="1414224"/>
            <a:ext cx="6765251" cy="7479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95"/>
              </a:lnSpc>
            </a:pPr>
            <a:r>
              <a:rPr lang="en-US" sz="4945">
                <a:solidFill>
                  <a:srgbClr val="000000"/>
                </a:solidFill>
                <a:latin typeface="Chunk Five"/>
                <a:ea typeface="Chunk Five"/>
                <a:cs typeface="Chunk Five"/>
                <a:sym typeface="Chunk Five"/>
              </a:rPr>
              <a:t>PROFIL USAHA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8893F-0CD4-980F-91B0-5983C4BFD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FB22E1B-B70F-057F-8FDC-9586748BDB8C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0D79A39B-05CD-11A4-5B11-8B9E639B9193}"/>
              </a:ext>
            </a:extLst>
          </p:cNvPr>
          <p:cNvSpPr/>
          <p:nvPr/>
        </p:nvSpPr>
        <p:spPr>
          <a:xfrm>
            <a:off x="16215986" y="7786532"/>
            <a:ext cx="7315200" cy="2500468"/>
          </a:xfrm>
          <a:custGeom>
            <a:avLst/>
            <a:gdLst/>
            <a:ahLst/>
            <a:cxnLst/>
            <a:rect l="l" t="t" r="r" b="b"/>
            <a:pathLst>
              <a:path w="7315200" h="2500468">
                <a:moveTo>
                  <a:pt x="0" y="0"/>
                </a:moveTo>
                <a:lnTo>
                  <a:pt x="7315200" y="0"/>
                </a:lnTo>
                <a:lnTo>
                  <a:pt x="7315200" y="2500468"/>
                </a:lnTo>
                <a:lnTo>
                  <a:pt x="0" y="25004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8D3D7EE3-373C-9265-6A2F-13DD079A4C30}"/>
              </a:ext>
            </a:extLst>
          </p:cNvPr>
          <p:cNvSpPr/>
          <p:nvPr/>
        </p:nvSpPr>
        <p:spPr>
          <a:xfrm>
            <a:off x="-1073922" y="8911412"/>
            <a:ext cx="7315200" cy="2500468"/>
          </a:xfrm>
          <a:custGeom>
            <a:avLst/>
            <a:gdLst/>
            <a:ahLst/>
            <a:cxnLst/>
            <a:rect l="l" t="t" r="r" b="b"/>
            <a:pathLst>
              <a:path w="7315200" h="2500468">
                <a:moveTo>
                  <a:pt x="0" y="0"/>
                </a:moveTo>
                <a:lnTo>
                  <a:pt x="7315200" y="0"/>
                </a:lnTo>
                <a:lnTo>
                  <a:pt x="7315200" y="2500468"/>
                </a:lnTo>
                <a:lnTo>
                  <a:pt x="0" y="25004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5D190AEB-6504-9174-BF69-868C58A9EEB2}"/>
              </a:ext>
            </a:extLst>
          </p:cNvPr>
          <p:cNvSpPr/>
          <p:nvPr/>
        </p:nvSpPr>
        <p:spPr>
          <a:xfrm>
            <a:off x="15791737" y="537985"/>
            <a:ext cx="7315200" cy="2500468"/>
          </a:xfrm>
          <a:custGeom>
            <a:avLst/>
            <a:gdLst/>
            <a:ahLst/>
            <a:cxnLst/>
            <a:rect l="l" t="t" r="r" b="b"/>
            <a:pathLst>
              <a:path w="7315200" h="2500468">
                <a:moveTo>
                  <a:pt x="0" y="0"/>
                </a:moveTo>
                <a:lnTo>
                  <a:pt x="7315200" y="0"/>
                </a:lnTo>
                <a:lnTo>
                  <a:pt x="7315200" y="2500468"/>
                </a:lnTo>
                <a:lnTo>
                  <a:pt x="0" y="25004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2B4B55B0-6D8B-C2C7-696B-6C3ED263F72E}"/>
              </a:ext>
            </a:extLst>
          </p:cNvPr>
          <p:cNvSpPr/>
          <p:nvPr/>
        </p:nvSpPr>
        <p:spPr>
          <a:xfrm>
            <a:off x="-5030918" y="537985"/>
            <a:ext cx="7315200" cy="2500468"/>
          </a:xfrm>
          <a:custGeom>
            <a:avLst/>
            <a:gdLst/>
            <a:ahLst/>
            <a:cxnLst/>
            <a:rect l="l" t="t" r="r" b="b"/>
            <a:pathLst>
              <a:path w="7315200" h="2500468">
                <a:moveTo>
                  <a:pt x="0" y="0"/>
                </a:moveTo>
                <a:lnTo>
                  <a:pt x="7315200" y="0"/>
                </a:lnTo>
                <a:lnTo>
                  <a:pt x="7315200" y="2500468"/>
                </a:lnTo>
                <a:lnTo>
                  <a:pt x="0" y="25004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D3D09EAA-83A1-1284-F571-139CBEF7FD33}"/>
              </a:ext>
            </a:extLst>
          </p:cNvPr>
          <p:cNvGrpSpPr/>
          <p:nvPr/>
        </p:nvGrpSpPr>
        <p:grpSpPr>
          <a:xfrm>
            <a:off x="3818833" y="2115449"/>
            <a:ext cx="5065533" cy="7330998"/>
            <a:chOff x="0" y="0"/>
            <a:chExt cx="3097341" cy="1818331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60066212-FE29-C4A1-92B9-D61A2064D1F5}"/>
                </a:ext>
              </a:extLst>
            </p:cNvPr>
            <p:cNvSpPr/>
            <p:nvPr/>
          </p:nvSpPr>
          <p:spPr>
            <a:xfrm>
              <a:off x="0" y="0"/>
              <a:ext cx="3097341" cy="1818331"/>
            </a:xfrm>
            <a:custGeom>
              <a:avLst/>
              <a:gdLst/>
              <a:ahLst/>
              <a:cxnLst/>
              <a:rect l="l" t="t" r="r" b="b"/>
              <a:pathLst>
                <a:path w="3097341" h="1818331">
                  <a:moveTo>
                    <a:pt x="15712" y="0"/>
                  </a:moveTo>
                  <a:lnTo>
                    <a:pt x="3081628" y="0"/>
                  </a:lnTo>
                  <a:cubicBezTo>
                    <a:pt x="3085796" y="0"/>
                    <a:pt x="3089792" y="1655"/>
                    <a:pt x="3092739" y="4602"/>
                  </a:cubicBezTo>
                  <a:cubicBezTo>
                    <a:pt x="3095685" y="7549"/>
                    <a:pt x="3097341" y="11545"/>
                    <a:pt x="3097341" y="15712"/>
                  </a:cubicBezTo>
                  <a:lnTo>
                    <a:pt x="3097341" y="1802619"/>
                  </a:lnTo>
                  <a:cubicBezTo>
                    <a:pt x="3097341" y="1806786"/>
                    <a:pt x="3095685" y="1810782"/>
                    <a:pt x="3092739" y="1813729"/>
                  </a:cubicBezTo>
                  <a:cubicBezTo>
                    <a:pt x="3089792" y="1816676"/>
                    <a:pt x="3085796" y="1818331"/>
                    <a:pt x="3081628" y="1818331"/>
                  </a:cubicBezTo>
                  <a:lnTo>
                    <a:pt x="15712" y="1818331"/>
                  </a:lnTo>
                  <a:cubicBezTo>
                    <a:pt x="7035" y="1818331"/>
                    <a:pt x="0" y="1811297"/>
                    <a:pt x="0" y="1802619"/>
                  </a:cubicBezTo>
                  <a:lnTo>
                    <a:pt x="0" y="15712"/>
                  </a:lnTo>
                  <a:cubicBezTo>
                    <a:pt x="0" y="7035"/>
                    <a:pt x="7035" y="0"/>
                    <a:pt x="15712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6E85"/>
              </a:solidFill>
              <a:prstDash val="solid"/>
              <a:round/>
            </a:ln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04711832-AE62-A7D1-2017-A456A799E91B}"/>
                </a:ext>
              </a:extLst>
            </p:cNvPr>
            <p:cNvSpPr txBox="1"/>
            <p:nvPr/>
          </p:nvSpPr>
          <p:spPr>
            <a:xfrm>
              <a:off x="0" y="-38100"/>
              <a:ext cx="3097341" cy="18564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F24E6F31-407C-826C-8973-6F805A87BFA3}"/>
              </a:ext>
            </a:extLst>
          </p:cNvPr>
          <p:cNvGrpSpPr/>
          <p:nvPr/>
        </p:nvGrpSpPr>
        <p:grpSpPr>
          <a:xfrm>
            <a:off x="3808949" y="2107623"/>
            <a:ext cx="5075415" cy="512782"/>
            <a:chOff x="0" y="0"/>
            <a:chExt cx="3099849" cy="153496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9A16BA8A-9657-04A9-6363-AB4954200D8E}"/>
                </a:ext>
              </a:extLst>
            </p:cNvPr>
            <p:cNvSpPr/>
            <p:nvPr/>
          </p:nvSpPr>
          <p:spPr>
            <a:xfrm>
              <a:off x="0" y="0"/>
              <a:ext cx="3099849" cy="153496"/>
            </a:xfrm>
            <a:custGeom>
              <a:avLst/>
              <a:gdLst/>
              <a:ahLst/>
              <a:cxnLst/>
              <a:rect l="l" t="t" r="r" b="b"/>
              <a:pathLst>
                <a:path w="3099849" h="153496">
                  <a:moveTo>
                    <a:pt x="7476" y="0"/>
                  </a:moveTo>
                  <a:lnTo>
                    <a:pt x="3092373" y="0"/>
                  </a:lnTo>
                  <a:cubicBezTo>
                    <a:pt x="3096502" y="0"/>
                    <a:pt x="3099849" y="3347"/>
                    <a:pt x="3099849" y="7476"/>
                  </a:cubicBezTo>
                  <a:lnTo>
                    <a:pt x="3099849" y="146020"/>
                  </a:lnTo>
                  <a:cubicBezTo>
                    <a:pt x="3099849" y="148003"/>
                    <a:pt x="3099062" y="149904"/>
                    <a:pt x="3097660" y="151306"/>
                  </a:cubicBezTo>
                  <a:cubicBezTo>
                    <a:pt x="3096258" y="152708"/>
                    <a:pt x="3094356" y="153496"/>
                    <a:pt x="3092373" y="153496"/>
                  </a:cubicBezTo>
                  <a:lnTo>
                    <a:pt x="7476" y="153496"/>
                  </a:lnTo>
                  <a:cubicBezTo>
                    <a:pt x="5493" y="153496"/>
                    <a:pt x="3592" y="152708"/>
                    <a:pt x="2190" y="151306"/>
                  </a:cubicBezTo>
                  <a:cubicBezTo>
                    <a:pt x="788" y="149904"/>
                    <a:pt x="0" y="148003"/>
                    <a:pt x="0" y="146020"/>
                  </a:cubicBezTo>
                  <a:lnTo>
                    <a:pt x="0" y="7476"/>
                  </a:lnTo>
                  <a:cubicBezTo>
                    <a:pt x="0" y="3347"/>
                    <a:pt x="3347" y="0"/>
                    <a:pt x="7476" y="0"/>
                  </a:cubicBezTo>
                  <a:close/>
                </a:path>
              </a:pathLst>
            </a:custGeom>
            <a:solidFill>
              <a:srgbClr val="D5BFE4"/>
            </a:solidFill>
            <a:ln w="19050" cap="sq">
              <a:solidFill>
                <a:srgbClr val="006E85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D7077EBF-A625-E9E0-B247-B7B7553C6F79}"/>
                </a:ext>
              </a:extLst>
            </p:cNvPr>
            <p:cNvSpPr txBox="1"/>
            <p:nvPr/>
          </p:nvSpPr>
          <p:spPr>
            <a:xfrm>
              <a:off x="0" y="-38100"/>
              <a:ext cx="3099849" cy="1915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25B92D0A-7AAE-E05D-91CA-B47EC53E5D79}"/>
              </a:ext>
            </a:extLst>
          </p:cNvPr>
          <p:cNvGrpSpPr/>
          <p:nvPr/>
        </p:nvGrpSpPr>
        <p:grpSpPr>
          <a:xfrm>
            <a:off x="7537643" y="2242882"/>
            <a:ext cx="1199951" cy="273441"/>
            <a:chOff x="0" y="0"/>
            <a:chExt cx="754140" cy="81852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BD94350A-FC14-494D-F25E-2915DF76013E}"/>
                </a:ext>
              </a:extLst>
            </p:cNvPr>
            <p:cNvSpPr/>
            <p:nvPr/>
          </p:nvSpPr>
          <p:spPr>
            <a:xfrm>
              <a:off x="0" y="0"/>
              <a:ext cx="754140" cy="81852"/>
            </a:xfrm>
            <a:custGeom>
              <a:avLst/>
              <a:gdLst/>
              <a:ahLst/>
              <a:cxnLst/>
              <a:rect l="l" t="t" r="r" b="b"/>
              <a:pathLst>
                <a:path w="754140" h="81852">
                  <a:moveTo>
                    <a:pt x="30730" y="0"/>
                  </a:moveTo>
                  <a:lnTo>
                    <a:pt x="723410" y="0"/>
                  </a:lnTo>
                  <a:cubicBezTo>
                    <a:pt x="731560" y="0"/>
                    <a:pt x="739376" y="3238"/>
                    <a:pt x="745139" y="9001"/>
                  </a:cubicBezTo>
                  <a:cubicBezTo>
                    <a:pt x="750902" y="14764"/>
                    <a:pt x="754140" y="22580"/>
                    <a:pt x="754140" y="30730"/>
                  </a:cubicBezTo>
                  <a:lnTo>
                    <a:pt x="754140" y="51122"/>
                  </a:lnTo>
                  <a:cubicBezTo>
                    <a:pt x="754140" y="68093"/>
                    <a:pt x="740381" y="81852"/>
                    <a:pt x="723410" y="81852"/>
                  </a:cubicBezTo>
                  <a:lnTo>
                    <a:pt x="30730" y="81852"/>
                  </a:lnTo>
                  <a:cubicBezTo>
                    <a:pt x="22580" y="81852"/>
                    <a:pt x="14764" y="78614"/>
                    <a:pt x="9001" y="72851"/>
                  </a:cubicBezTo>
                  <a:cubicBezTo>
                    <a:pt x="3238" y="67088"/>
                    <a:pt x="0" y="59272"/>
                    <a:pt x="0" y="51122"/>
                  </a:cubicBezTo>
                  <a:lnTo>
                    <a:pt x="0" y="30730"/>
                  </a:lnTo>
                  <a:cubicBezTo>
                    <a:pt x="0" y="22580"/>
                    <a:pt x="3238" y="14764"/>
                    <a:pt x="9001" y="9001"/>
                  </a:cubicBezTo>
                  <a:cubicBezTo>
                    <a:pt x="14764" y="3238"/>
                    <a:pt x="22580" y="0"/>
                    <a:pt x="3073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6E85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40AF2531-F559-4EDD-54FF-0E81EDF7DEAE}"/>
                </a:ext>
              </a:extLst>
            </p:cNvPr>
            <p:cNvSpPr txBox="1"/>
            <p:nvPr/>
          </p:nvSpPr>
          <p:spPr>
            <a:xfrm>
              <a:off x="0" y="-38100"/>
              <a:ext cx="754140" cy="1199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5" name="Freeform 25">
            <a:extLst>
              <a:ext uri="{FF2B5EF4-FFF2-40B4-BE49-F238E27FC236}">
                <a16:creationId xmlns:a16="http://schemas.microsoft.com/office/drawing/2014/main" id="{4C7B812A-883A-A5D6-58BF-E9F191F49B11}"/>
              </a:ext>
            </a:extLst>
          </p:cNvPr>
          <p:cNvSpPr/>
          <p:nvPr/>
        </p:nvSpPr>
        <p:spPr>
          <a:xfrm rot="719075">
            <a:off x="15566542" y="9088334"/>
            <a:ext cx="596943" cy="955109"/>
          </a:xfrm>
          <a:custGeom>
            <a:avLst/>
            <a:gdLst/>
            <a:ahLst/>
            <a:cxnLst/>
            <a:rect l="l" t="t" r="r" b="b"/>
            <a:pathLst>
              <a:path w="596943" h="955109">
                <a:moveTo>
                  <a:pt x="0" y="0"/>
                </a:moveTo>
                <a:lnTo>
                  <a:pt x="596943" y="0"/>
                </a:lnTo>
                <a:lnTo>
                  <a:pt x="596943" y="955109"/>
                </a:lnTo>
                <a:lnTo>
                  <a:pt x="0" y="9551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27" name="Group 27">
            <a:extLst>
              <a:ext uri="{FF2B5EF4-FFF2-40B4-BE49-F238E27FC236}">
                <a16:creationId xmlns:a16="http://schemas.microsoft.com/office/drawing/2014/main" id="{D4C42F99-3597-2144-FB77-1E0F0C202B4C}"/>
              </a:ext>
            </a:extLst>
          </p:cNvPr>
          <p:cNvGrpSpPr/>
          <p:nvPr/>
        </p:nvGrpSpPr>
        <p:grpSpPr>
          <a:xfrm rot="-196716">
            <a:off x="14838671" y="623670"/>
            <a:ext cx="618045" cy="618045"/>
            <a:chOff x="0" y="0"/>
            <a:chExt cx="812800" cy="812800"/>
          </a:xfrm>
        </p:grpSpPr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6FA1D5BC-F41C-3000-2150-5F2B2115B266}"/>
                </a:ext>
              </a:extLst>
            </p:cNvPr>
            <p:cNvSpPr/>
            <p:nvPr/>
          </p:nvSpPr>
          <p:spPr>
            <a:xfrm>
              <a:off x="47864" y="47864"/>
              <a:ext cx="717071" cy="717071"/>
            </a:xfrm>
            <a:custGeom>
              <a:avLst/>
              <a:gdLst/>
              <a:ahLst/>
              <a:cxnLst/>
              <a:rect l="l" t="t" r="r" b="b"/>
              <a:pathLst>
                <a:path w="717071" h="717071">
                  <a:moveTo>
                    <a:pt x="390321" y="20243"/>
                  </a:moveTo>
                  <a:lnTo>
                    <a:pt x="456066" y="161114"/>
                  </a:lnTo>
                  <a:cubicBezTo>
                    <a:pt x="476599" y="205109"/>
                    <a:pt x="511962" y="240473"/>
                    <a:pt x="555958" y="261006"/>
                  </a:cubicBezTo>
                  <a:lnTo>
                    <a:pt x="696829" y="326751"/>
                  </a:lnTo>
                  <a:cubicBezTo>
                    <a:pt x="709178" y="332514"/>
                    <a:pt x="717072" y="344908"/>
                    <a:pt x="717072" y="358536"/>
                  </a:cubicBezTo>
                  <a:cubicBezTo>
                    <a:pt x="717072" y="372164"/>
                    <a:pt x="709178" y="384558"/>
                    <a:pt x="696829" y="390321"/>
                  </a:cubicBezTo>
                  <a:lnTo>
                    <a:pt x="555958" y="456066"/>
                  </a:lnTo>
                  <a:cubicBezTo>
                    <a:pt x="511962" y="476599"/>
                    <a:pt x="476599" y="511962"/>
                    <a:pt x="456066" y="555958"/>
                  </a:cubicBezTo>
                  <a:lnTo>
                    <a:pt x="390321" y="696829"/>
                  </a:lnTo>
                  <a:cubicBezTo>
                    <a:pt x="384558" y="709178"/>
                    <a:pt x="372164" y="717072"/>
                    <a:pt x="358536" y="717072"/>
                  </a:cubicBezTo>
                  <a:cubicBezTo>
                    <a:pt x="344908" y="717072"/>
                    <a:pt x="332514" y="709178"/>
                    <a:pt x="326751" y="696829"/>
                  </a:cubicBezTo>
                  <a:lnTo>
                    <a:pt x="261006" y="555958"/>
                  </a:lnTo>
                  <a:cubicBezTo>
                    <a:pt x="240473" y="511962"/>
                    <a:pt x="205109" y="476599"/>
                    <a:pt x="161114" y="456066"/>
                  </a:cubicBezTo>
                  <a:lnTo>
                    <a:pt x="20243" y="390321"/>
                  </a:lnTo>
                  <a:cubicBezTo>
                    <a:pt x="7894" y="384558"/>
                    <a:pt x="0" y="372164"/>
                    <a:pt x="0" y="358536"/>
                  </a:cubicBezTo>
                  <a:cubicBezTo>
                    <a:pt x="0" y="344908"/>
                    <a:pt x="7894" y="332514"/>
                    <a:pt x="20243" y="326751"/>
                  </a:cubicBezTo>
                  <a:lnTo>
                    <a:pt x="161114" y="261006"/>
                  </a:lnTo>
                  <a:cubicBezTo>
                    <a:pt x="205109" y="240473"/>
                    <a:pt x="240473" y="205109"/>
                    <a:pt x="261006" y="161114"/>
                  </a:cubicBezTo>
                  <a:lnTo>
                    <a:pt x="326751" y="20243"/>
                  </a:lnTo>
                  <a:cubicBezTo>
                    <a:pt x="332514" y="7894"/>
                    <a:pt x="344908" y="0"/>
                    <a:pt x="358536" y="0"/>
                  </a:cubicBezTo>
                  <a:cubicBezTo>
                    <a:pt x="372164" y="0"/>
                    <a:pt x="384558" y="7894"/>
                    <a:pt x="390321" y="20243"/>
                  </a:cubicBezTo>
                  <a:close/>
                </a:path>
              </a:pathLst>
            </a:custGeom>
            <a:solidFill>
              <a:srgbClr val="FFEBB5"/>
            </a:solidFill>
            <a:ln w="19050" cap="sq">
              <a:solidFill>
                <a:srgbClr val="313131"/>
              </a:solidFill>
              <a:prstDash val="solid"/>
              <a:miter/>
            </a:ln>
          </p:spPr>
        </p:sp>
        <p:sp>
          <p:nvSpPr>
            <p:cNvPr id="29" name="TextBox 29">
              <a:extLst>
                <a:ext uri="{FF2B5EF4-FFF2-40B4-BE49-F238E27FC236}">
                  <a16:creationId xmlns:a16="http://schemas.microsoft.com/office/drawing/2014/main" id="{C0F1CF5B-05A5-F24A-7C70-02589023DDF0}"/>
                </a:ext>
              </a:extLst>
            </p:cNvPr>
            <p:cNvSpPr txBox="1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0" name="Group 30">
            <a:extLst>
              <a:ext uri="{FF2B5EF4-FFF2-40B4-BE49-F238E27FC236}">
                <a16:creationId xmlns:a16="http://schemas.microsoft.com/office/drawing/2014/main" id="{3B2FC50B-7399-4F18-3CC0-AEE7BB1C3875}"/>
              </a:ext>
            </a:extLst>
          </p:cNvPr>
          <p:cNvGrpSpPr/>
          <p:nvPr/>
        </p:nvGrpSpPr>
        <p:grpSpPr>
          <a:xfrm rot="767333">
            <a:off x="1303327" y="6853792"/>
            <a:ext cx="548677" cy="548677"/>
            <a:chOff x="0" y="0"/>
            <a:chExt cx="812800" cy="812800"/>
          </a:xfrm>
        </p:grpSpPr>
        <p:sp>
          <p:nvSpPr>
            <p:cNvPr id="31" name="Freeform 31">
              <a:extLst>
                <a:ext uri="{FF2B5EF4-FFF2-40B4-BE49-F238E27FC236}">
                  <a16:creationId xmlns:a16="http://schemas.microsoft.com/office/drawing/2014/main" id="{FA94B3B2-7DEB-621A-D6EB-A5990540D0B4}"/>
                </a:ext>
              </a:extLst>
            </p:cNvPr>
            <p:cNvSpPr/>
            <p:nvPr/>
          </p:nvSpPr>
          <p:spPr>
            <a:xfrm>
              <a:off x="53916" y="53916"/>
              <a:ext cx="704968" cy="704968"/>
            </a:xfrm>
            <a:custGeom>
              <a:avLst/>
              <a:gdLst/>
              <a:ahLst/>
              <a:cxnLst/>
              <a:rect l="l" t="t" r="r" b="b"/>
              <a:pathLst>
                <a:path w="704968" h="704968">
                  <a:moveTo>
                    <a:pt x="388288" y="22801"/>
                  </a:moveTo>
                  <a:lnTo>
                    <a:pt x="445995" y="146451"/>
                  </a:lnTo>
                  <a:cubicBezTo>
                    <a:pt x="469124" y="196009"/>
                    <a:pt x="508959" y="235844"/>
                    <a:pt x="558517" y="258973"/>
                  </a:cubicBezTo>
                  <a:lnTo>
                    <a:pt x="682167" y="316680"/>
                  </a:lnTo>
                  <a:cubicBezTo>
                    <a:pt x="696077" y="323172"/>
                    <a:pt x="704968" y="337133"/>
                    <a:pt x="704968" y="352484"/>
                  </a:cubicBezTo>
                  <a:cubicBezTo>
                    <a:pt x="704968" y="367835"/>
                    <a:pt x="696077" y="381796"/>
                    <a:pt x="682167" y="388288"/>
                  </a:cubicBezTo>
                  <a:lnTo>
                    <a:pt x="558517" y="445995"/>
                  </a:lnTo>
                  <a:cubicBezTo>
                    <a:pt x="508959" y="469124"/>
                    <a:pt x="469124" y="508959"/>
                    <a:pt x="445995" y="558517"/>
                  </a:cubicBezTo>
                  <a:lnTo>
                    <a:pt x="388288" y="682167"/>
                  </a:lnTo>
                  <a:cubicBezTo>
                    <a:pt x="381796" y="696077"/>
                    <a:pt x="367835" y="704968"/>
                    <a:pt x="352484" y="704968"/>
                  </a:cubicBezTo>
                  <a:cubicBezTo>
                    <a:pt x="337133" y="704968"/>
                    <a:pt x="323172" y="696077"/>
                    <a:pt x="316680" y="682167"/>
                  </a:cubicBezTo>
                  <a:lnTo>
                    <a:pt x="258973" y="558517"/>
                  </a:lnTo>
                  <a:cubicBezTo>
                    <a:pt x="235844" y="508959"/>
                    <a:pt x="196009" y="469124"/>
                    <a:pt x="146451" y="445995"/>
                  </a:cubicBezTo>
                  <a:lnTo>
                    <a:pt x="22801" y="388288"/>
                  </a:lnTo>
                  <a:cubicBezTo>
                    <a:pt x="8891" y="381796"/>
                    <a:pt x="0" y="367835"/>
                    <a:pt x="0" y="352484"/>
                  </a:cubicBezTo>
                  <a:cubicBezTo>
                    <a:pt x="0" y="337133"/>
                    <a:pt x="8891" y="323172"/>
                    <a:pt x="22801" y="316680"/>
                  </a:cubicBezTo>
                  <a:lnTo>
                    <a:pt x="146451" y="258973"/>
                  </a:lnTo>
                  <a:cubicBezTo>
                    <a:pt x="196009" y="235844"/>
                    <a:pt x="235844" y="196009"/>
                    <a:pt x="258973" y="146451"/>
                  </a:cubicBezTo>
                  <a:lnTo>
                    <a:pt x="316680" y="22801"/>
                  </a:lnTo>
                  <a:cubicBezTo>
                    <a:pt x="323172" y="8891"/>
                    <a:pt x="337133" y="0"/>
                    <a:pt x="352484" y="0"/>
                  </a:cubicBezTo>
                  <a:cubicBezTo>
                    <a:pt x="367835" y="0"/>
                    <a:pt x="381796" y="8891"/>
                    <a:pt x="388288" y="22801"/>
                  </a:cubicBezTo>
                  <a:close/>
                </a:path>
              </a:pathLst>
            </a:custGeom>
            <a:solidFill>
              <a:srgbClr val="FFEBB5"/>
            </a:solidFill>
            <a:ln w="19050" cap="sq">
              <a:solidFill>
                <a:srgbClr val="313131"/>
              </a:solidFill>
              <a:prstDash val="solid"/>
              <a:miter/>
            </a:ln>
          </p:spPr>
        </p:sp>
        <p:sp>
          <p:nvSpPr>
            <p:cNvPr id="32" name="TextBox 32">
              <a:extLst>
                <a:ext uri="{FF2B5EF4-FFF2-40B4-BE49-F238E27FC236}">
                  <a16:creationId xmlns:a16="http://schemas.microsoft.com/office/drawing/2014/main" id="{CC6D75CC-D32D-A928-492F-CF79B0BED3D8}"/>
                </a:ext>
              </a:extLst>
            </p:cNvPr>
            <p:cNvSpPr txBox="1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3" name="Group 33">
            <a:extLst>
              <a:ext uri="{FF2B5EF4-FFF2-40B4-BE49-F238E27FC236}">
                <a16:creationId xmlns:a16="http://schemas.microsoft.com/office/drawing/2014/main" id="{1F54CA2F-E39B-A385-1540-04B0A6EB70FF}"/>
              </a:ext>
            </a:extLst>
          </p:cNvPr>
          <p:cNvGrpSpPr/>
          <p:nvPr/>
        </p:nvGrpSpPr>
        <p:grpSpPr>
          <a:xfrm rot="-196716">
            <a:off x="16950277" y="5298637"/>
            <a:ext cx="618045" cy="618045"/>
            <a:chOff x="0" y="0"/>
            <a:chExt cx="812800" cy="812800"/>
          </a:xfrm>
        </p:grpSpPr>
        <p:sp>
          <p:nvSpPr>
            <p:cNvPr id="34" name="Freeform 34">
              <a:extLst>
                <a:ext uri="{FF2B5EF4-FFF2-40B4-BE49-F238E27FC236}">
                  <a16:creationId xmlns:a16="http://schemas.microsoft.com/office/drawing/2014/main" id="{4AC3147A-7AB0-AC11-5305-0D208C0000DD}"/>
                </a:ext>
              </a:extLst>
            </p:cNvPr>
            <p:cNvSpPr/>
            <p:nvPr/>
          </p:nvSpPr>
          <p:spPr>
            <a:xfrm>
              <a:off x="47864" y="47864"/>
              <a:ext cx="717071" cy="717071"/>
            </a:xfrm>
            <a:custGeom>
              <a:avLst/>
              <a:gdLst/>
              <a:ahLst/>
              <a:cxnLst/>
              <a:rect l="l" t="t" r="r" b="b"/>
              <a:pathLst>
                <a:path w="717071" h="717071">
                  <a:moveTo>
                    <a:pt x="390321" y="20243"/>
                  </a:moveTo>
                  <a:lnTo>
                    <a:pt x="456066" y="161114"/>
                  </a:lnTo>
                  <a:cubicBezTo>
                    <a:pt x="476599" y="205109"/>
                    <a:pt x="511962" y="240473"/>
                    <a:pt x="555958" y="261006"/>
                  </a:cubicBezTo>
                  <a:lnTo>
                    <a:pt x="696829" y="326751"/>
                  </a:lnTo>
                  <a:cubicBezTo>
                    <a:pt x="709178" y="332514"/>
                    <a:pt x="717072" y="344908"/>
                    <a:pt x="717072" y="358536"/>
                  </a:cubicBezTo>
                  <a:cubicBezTo>
                    <a:pt x="717072" y="372164"/>
                    <a:pt x="709178" y="384558"/>
                    <a:pt x="696829" y="390321"/>
                  </a:cubicBezTo>
                  <a:lnTo>
                    <a:pt x="555958" y="456066"/>
                  </a:lnTo>
                  <a:cubicBezTo>
                    <a:pt x="511962" y="476599"/>
                    <a:pt x="476599" y="511962"/>
                    <a:pt x="456066" y="555958"/>
                  </a:cubicBezTo>
                  <a:lnTo>
                    <a:pt x="390321" y="696829"/>
                  </a:lnTo>
                  <a:cubicBezTo>
                    <a:pt x="384558" y="709178"/>
                    <a:pt x="372164" y="717072"/>
                    <a:pt x="358536" y="717072"/>
                  </a:cubicBezTo>
                  <a:cubicBezTo>
                    <a:pt x="344908" y="717072"/>
                    <a:pt x="332514" y="709178"/>
                    <a:pt x="326751" y="696829"/>
                  </a:cubicBezTo>
                  <a:lnTo>
                    <a:pt x="261006" y="555958"/>
                  </a:lnTo>
                  <a:cubicBezTo>
                    <a:pt x="240473" y="511962"/>
                    <a:pt x="205109" y="476599"/>
                    <a:pt x="161114" y="456066"/>
                  </a:cubicBezTo>
                  <a:lnTo>
                    <a:pt x="20243" y="390321"/>
                  </a:lnTo>
                  <a:cubicBezTo>
                    <a:pt x="7894" y="384558"/>
                    <a:pt x="0" y="372164"/>
                    <a:pt x="0" y="358536"/>
                  </a:cubicBezTo>
                  <a:cubicBezTo>
                    <a:pt x="0" y="344908"/>
                    <a:pt x="7894" y="332514"/>
                    <a:pt x="20243" y="326751"/>
                  </a:cubicBezTo>
                  <a:lnTo>
                    <a:pt x="161114" y="261006"/>
                  </a:lnTo>
                  <a:cubicBezTo>
                    <a:pt x="205109" y="240473"/>
                    <a:pt x="240473" y="205109"/>
                    <a:pt x="261006" y="161114"/>
                  </a:cubicBezTo>
                  <a:lnTo>
                    <a:pt x="326751" y="20243"/>
                  </a:lnTo>
                  <a:cubicBezTo>
                    <a:pt x="332514" y="7894"/>
                    <a:pt x="344908" y="0"/>
                    <a:pt x="358536" y="0"/>
                  </a:cubicBezTo>
                  <a:cubicBezTo>
                    <a:pt x="372164" y="0"/>
                    <a:pt x="384558" y="7894"/>
                    <a:pt x="390321" y="20243"/>
                  </a:cubicBezTo>
                  <a:close/>
                </a:path>
              </a:pathLst>
            </a:custGeom>
            <a:solidFill>
              <a:srgbClr val="FFEBB5"/>
            </a:solidFill>
            <a:ln w="19050" cap="sq">
              <a:solidFill>
                <a:srgbClr val="313131"/>
              </a:solidFill>
              <a:prstDash val="solid"/>
              <a:miter/>
            </a:ln>
          </p:spPr>
        </p:sp>
        <p:sp>
          <p:nvSpPr>
            <p:cNvPr id="35" name="TextBox 35">
              <a:extLst>
                <a:ext uri="{FF2B5EF4-FFF2-40B4-BE49-F238E27FC236}">
                  <a16:creationId xmlns:a16="http://schemas.microsoft.com/office/drawing/2014/main" id="{CFCD2C04-3978-CCAC-965E-3809DAD3587B}"/>
                </a:ext>
              </a:extLst>
            </p:cNvPr>
            <p:cNvSpPr txBox="1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6" name="Group 36">
            <a:extLst>
              <a:ext uri="{FF2B5EF4-FFF2-40B4-BE49-F238E27FC236}">
                <a16:creationId xmlns:a16="http://schemas.microsoft.com/office/drawing/2014/main" id="{F328F0CB-9565-837E-7273-70C81E8C2113}"/>
              </a:ext>
            </a:extLst>
          </p:cNvPr>
          <p:cNvGrpSpPr/>
          <p:nvPr/>
        </p:nvGrpSpPr>
        <p:grpSpPr>
          <a:xfrm>
            <a:off x="1757748" y="1211592"/>
            <a:ext cx="7705813" cy="411477"/>
            <a:chOff x="0" y="0"/>
            <a:chExt cx="1784303" cy="108372"/>
          </a:xfrm>
        </p:grpSpPr>
        <p:sp>
          <p:nvSpPr>
            <p:cNvPr id="37" name="Freeform 37">
              <a:extLst>
                <a:ext uri="{FF2B5EF4-FFF2-40B4-BE49-F238E27FC236}">
                  <a16:creationId xmlns:a16="http://schemas.microsoft.com/office/drawing/2014/main" id="{56660C6D-6E5C-A5C6-EF4A-273A4B813B9B}"/>
                </a:ext>
              </a:extLst>
            </p:cNvPr>
            <p:cNvSpPr/>
            <p:nvPr/>
          </p:nvSpPr>
          <p:spPr>
            <a:xfrm>
              <a:off x="0" y="0"/>
              <a:ext cx="1784303" cy="108372"/>
            </a:xfrm>
            <a:custGeom>
              <a:avLst/>
              <a:gdLst/>
              <a:ahLst/>
              <a:cxnLst/>
              <a:rect l="l" t="t" r="r" b="b"/>
              <a:pathLst>
                <a:path w="1784303" h="108372">
                  <a:moveTo>
                    <a:pt x="0" y="0"/>
                  </a:moveTo>
                  <a:lnTo>
                    <a:pt x="1784303" y="0"/>
                  </a:lnTo>
                  <a:lnTo>
                    <a:pt x="1784303" y="108372"/>
                  </a:lnTo>
                  <a:lnTo>
                    <a:pt x="0" y="108372"/>
                  </a:lnTo>
                  <a:close/>
                </a:path>
              </a:pathLst>
            </a:custGeom>
            <a:solidFill>
              <a:srgbClr val="A8DED6"/>
            </a:solidFill>
            <a:ln cap="sq">
              <a:noFill/>
              <a:prstDash val="solid"/>
              <a:miter/>
            </a:ln>
          </p:spPr>
        </p:sp>
        <p:sp>
          <p:nvSpPr>
            <p:cNvPr id="38" name="TextBox 38">
              <a:extLst>
                <a:ext uri="{FF2B5EF4-FFF2-40B4-BE49-F238E27FC236}">
                  <a16:creationId xmlns:a16="http://schemas.microsoft.com/office/drawing/2014/main" id="{400D0CB5-EC80-F460-ABD4-7AF817D8BCE9}"/>
                </a:ext>
              </a:extLst>
            </p:cNvPr>
            <p:cNvSpPr txBox="1"/>
            <p:nvPr/>
          </p:nvSpPr>
          <p:spPr>
            <a:xfrm>
              <a:off x="0" y="-38100"/>
              <a:ext cx="1784303" cy="146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9" name="TextBox 39">
            <a:extLst>
              <a:ext uri="{FF2B5EF4-FFF2-40B4-BE49-F238E27FC236}">
                <a16:creationId xmlns:a16="http://schemas.microsoft.com/office/drawing/2014/main" id="{5457E527-BF5A-31C4-0211-EF79248E686B}"/>
              </a:ext>
            </a:extLst>
          </p:cNvPr>
          <p:cNvSpPr txBox="1"/>
          <p:nvPr/>
        </p:nvSpPr>
        <p:spPr>
          <a:xfrm>
            <a:off x="1537044" y="995531"/>
            <a:ext cx="7694979" cy="6711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995"/>
              </a:lnSpc>
            </a:pPr>
            <a:r>
              <a:rPr lang="en-US" sz="4945" dirty="0">
                <a:solidFill>
                  <a:srgbClr val="000000"/>
                </a:solidFill>
                <a:latin typeface="Chunk Five"/>
                <a:ea typeface="Chunk Five"/>
                <a:cs typeface="Chunk Five"/>
                <a:sym typeface="Chunk Five"/>
              </a:rPr>
              <a:t>PETA LOKASI KIOS</a:t>
            </a:r>
          </a:p>
        </p:txBody>
      </p:sp>
      <p:grpSp>
        <p:nvGrpSpPr>
          <p:cNvPr id="48" name="Group 7">
            <a:extLst>
              <a:ext uri="{FF2B5EF4-FFF2-40B4-BE49-F238E27FC236}">
                <a16:creationId xmlns:a16="http://schemas.microsoft.com/office/drawing/2014/main" id="{8F0C814D-980C-08C2-BC8D-902CFA512096}"/>
              </a:ext>
            </a:extLst>
          </p:cNvPr>
          <p:cNvGrpSpPr/>
          <p:nvPr/>
        </p:nvGrpSpPr>
        <p:grpSpPr>
          <a:xfrm>
            <a:off x="9407552" y="2115447"/>
            <a:ext cx="5262777" cy="7330999"/>
            <a:chOff x="0" y="0"/>
            <a:chExt cx="3097341" cy="1818331"/>
          </a:xfrm>
        </p:grpSpPr>
        <p:sp>
          <p:nvSpPr>
            <p:cNvPr id="49" name="Freeform 8">
              <a:extLst>
                <a:ext uri="{FF2B5EF4-FFF2-40B4-BE49-F238E27FC236}">
                  <a16:creationId xmlns:a16="http://schemas.microsoft.com/office/drawing/2014/main" id="{437B00DB-7D77-0978-D2E4-D1F51DC81A2A}"/>
                </a:ext>
              </a:extLst>
            </p:cNvPr>
            <p:cNvSpPr/>
            <p:nvPr/>
          </p:nvSpPr>
          <p:spPr>
            <a:xfrm>
              <a:off x="0" y="0"/>
              <a:ext cx="3097341" cy="1818331"/>
            </a:xfrm>
            <a:custGeom>
              <a:avLst/>
              <a:gdLst/>
              <a:ahLst/>
              <a:cxnLst/>
              <a:rect l="l" t="t" r="r" b="b"/>
              <a:pathLst>
                <a:path w="3097341" h="1818331">
                  <a:moveTo>
                    <a:pt x="15712" y="0"/>
                  </a:moveTo>
                  <a:lnTo>
                    <a:pt x="3081628" y="0"/>
                  </a:lnTo>
                  <a:cubicBezTo>
                    <a:pt x="3085796" y="0"/>
                    <a:pt x="3089792" y="1655"/>
                    <a:pt x="3092739" y="4602"/>
                  </a:cubicBezTo>
                  <a:cubicBezTo>
                    <a:pt x="3095685" y="7549"/>
                    <a:pt x="3097341" y="11545"/>
                    <a:pt x="3097341" y="15712"/>
                  </a:cubicBezTo>
                  <a:lnTo>
                    <a:pt x="3097341" y="1802619"/>
                  </a:lnTo>
                  <a:cubicBezTo>
                    <a:pt x="3097341" y="1806786"/>
                    <a:pt x="3095685" y="1810782"/>
                    <a:pt x="3092739" y="1813729"/>
                  </a:cubicBezTo>
                  <a:cubicBezTo>
                    <a:pt x="3089792" y="1816676"/>
                    <a:pt x="3085796" y="1818331"/>
                    <a:pt x="3081628" y="1818331"/>
                  </a:cubicBezTo>
                  <a:lnTo>
                    <a:pt x="15712" y="1818331"/>
                  </a:lnTo>
                  <a:cubicBezTo>
                    <a:pt x="7035" y="1818331"/>
                    <a:pt x="0" y="1811297"/>
                    <a:pt x="0" y="1802619"/>
                  </a:cubicBezTo>
                  <a:lnTo>
                    <a:pt x="0" y="15712"/>
                  </a:lnTo>
                  <a:cubicBezTo>
                    <a:pt x="0" y="7035"/>
                    <a:pt x="7035" y="0"/>
                    <a:pt x="15712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6E85"/>
              </a:solidFill>
              <a:prstDash val="solid"/>
              <a:round/>
            </a:ln>
          </p:spPr>
        </p:sp>
        <p:sp>
          <p:nvSpPr>
            <p:cNvPr id="50" name="TextBox 9">
              <a:extLst>
                <a:ext uri="{FF2B5EF4-FFF2-40B4-BE49-F238E27FC236}">
                  <a16:creationId xmlns:a16="http://schemas.microsoft.com/office/drawing/2014/main" id="{48051532-652C-19FE-AE1D-2F4683D1E77B}"/>
                </a:ext>
              </a:extLst>
            </p:cNvPr>
            <p:cNvSpPr txBox="1"/>
            <p:nvPr/>
          </p:nvSpPr>
          <p:spPr>
            <a:xfrm>
              <a:off x="0" y="-38100"/>
              <a:ext cx="3097341" cy="18564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1" name="Group 10">
            <a:extLst>
              <a:ext uri="{FF2B5EF4-FFF2-40B4-BE49-F238E27FC236}">
                <a16:creationId xmlns:a16="http://schemas.microsoft.com/office/drawing/2014/main" id="{2393FB64-4B59-8E7B-E9BE-8CF4C5DDBB65}"/>
              </a:ext>
            </a:extLst>
          </p:cNvPr>
          <p:cNvGrpSpPr/>
          <p:nvPr/>
        </p:nvGrpSpPr>
        <p:grpSpPr>
          <a:xfrm>
            <a:off x="9397792" y="2107622"/>
            <a:ext cx="5273044" cy="512782"/>
            <a:chOff x="0" y="0"/>
            <a:chExt cx="3099849" cy="153496"/>
          </a:xfrm>
        </p:grpSpPr>
        <p:sp>
          <p:nvSpPr>
            <p:cNvPr id="52" name="Freeform 11">
              <a:extLst>
                <a:ext uri="{FF2B5EF4-FFF2-40B4-BE49-F238E27FC236}">
                  <a16:creationId xmlns:a16="http://schemas.microsoft.com/office/drawing/2014/main" id="{122F4EF3-2981-2AB1-9418-17DEEF888999}"/>
                </a:ext>
              </a:extLst>
            </p:cNvPr>
            <p:cNvSpPr/>
            <p:nvPr/>
          </p:nvSpPr>
          <p:spPr>
            <a:xfrm>
              <a:off x="0" y="0"/>
              <a:ext cx="3099849" cy="153496"/>
            </a:xfrm>
            <a:custGeom>
              <a:avLst/>
              <a:gdLst/>
              <a:ahLst/>
              <a:cxnLst/>
              <a:rect l="l" t="t" r="r" b="b"/>
              <a:pathLst>
                <a:path w="3099849" h="153496">
                  <a:moveTo>
                    <a:pt x="7476" y="0"/>
                  </a:moveTo>
                  <a:lnTo>
                    <a:pt x="3092373" y="0"/>
                  </a:lnTo>
                  <a:cubicBezTo>
                    <a:pt x="3096502" y="0"/>
                    <a:pt x="3099849" y="3347"/>
                    <a:pt x="3099849" y="7476"/>
                  </a:cubicBezTo>
                  <a:lnTo>
                    <a:pt x="3099849" y="146020"/>
                  </a:lnTo>
                  <a:cubicBezTo>
                    <a:pt x="3099849" y="148003"/>
                    <a:pt x="3099062" y="149904"/>
                    <a:pt x="3097660" y="151306"/>
                  </a:cubicBezTo>
                  <a:cubicBezTo>
                    <a:pt x="3096258" y="152708"/>
                    <a:pt x="3094356" y="153496"/>
                    <a:pt x="3092373" y="153496"/>
                  </a:cubicBezTo>
                  <a:lnTo>
                    <a:pt x="7476" y="153496"/>
                  </a:lnTo>
                  <a:cubicBezTo>
                    <a:pt x="5493" y="153496"/>
                    <a:pt x="3592" y="152708"/>
                    <a:pt x="2190" y="151306"/>
                  </a:cubicBezTo>
                  <a:cubicBezTo>
                    <a:pt x="788" y="149904"/>
                    <a:pt x="0" y="148003"/>
                    <a:pt x="0" y="146020"/>
                  </a:cubicBezTo>
                  <a:lnTo>
                    <a:pt x="0" y="7476"/>
                  </a:lnTo>
                  <a:cubicBezTo>
                    <a:pt x="0" y="3347"/>
                    <a:pt x="3347" y="0"/>
                    <a:pt x="7476" y="0"/>
                  </a:cubicBezTo>
                  <a:close/>
                </a:path>
              </a:pathLst>
            </a:custGeom>
            <a:solidFill>
              <a:srgbClr val="D5BFE4"/>
            </a:solidFill>
            <a:ln w="19050" cap="sq">
              <a:solidFill>
                <a:srgbClr val="006E85"/>
              </a:solidFill>
              <a:prstDash val="solid"/>
              <a:miter/>
            </a:ln>
          </p:spPr>
        </p:sp>
        <p:sp>
          <p:nvSpPr>
            <p:cNvPr id="53" name="TextBox 12">
              <a:extLst>
                <a:ext uri="{FF2B5EF4-FFF2-40B4-BE49-F238E27FC236}">
                  <a16:creationId xmlns:a16="http://schemas.microsoft.com/office/drawing/2014/main" id="{3AA94691-09B0-5E68-84C0-BE41CB9714F4}"/>
                </a:ext>
              </a:extLst>
            </p:cNvPr>
            <p:cNvSpPr txBox="1"/>
            <p:nvPr/>
          </p:nvSpPr>
          <p:spPr>
            <a:xfrm>
              <a:off x="0" y="-38100"/>
              <a:ext cx="3099849" cy="1915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4" name="Group 13">
            <a:extLst>
              <a:ext uri="{FF2B5EF4-FFF2-40B4-BE49-F238E27FC236}">
                <a16:creationId xmlns:a16="http://schemas.microsoft.com/office/drawing/2014/main" id="{6238A0B1-8534-460D-E6C2-926E2A576B18}"/>
              </a:ext>
            </a:extLst>
          </p:cNvPr>
          <p:cNvGrpSpPr/>
          <p:nvPr/>
        </p:nvGrpSpPr>
        <p:grpSpPr>
          <a:xfrm>
            <a:off x="13078705" y="2242881"/>
            <a:ext cx="1246676" cy="273441"/>
            <a:chOff x="0" y="0"/>
            <a:chExt cx="754140" cy="81852"/>
          </a:xfrm>
        </p:grpSpPr>
        <p:sp>
          <p:nvSpPr>
            <p:cNvPr id="55" name="Freeform 14">
              <a:extLst>
                <a:ext uri="{FF2B5EF4-FFF2-40B4-BE49-F238E27FC236}">
                  <a16:creationId xmlns:a16="http://schemas.microsoft.com/office/drawing/2014/main" id="{982EDA71-11E7-6198-3254-1E8FAFFE6271}"/>
                </a:ext>
              </a:extLst>
            </p:cNvPr>
            <p:cNvSpPr/>
            <p:nvPr/>
          </p:nvSpPr>
          <p:spPr>
            <a:xfrm>
              <a:off x="0" y="0"/>
              <a:ext cx="754140" cy="81852"/>
            </a:xfrm>
            <a:custGeom>
              <a:avLst/>
              <a:gdLst/>
              <a:ahLst/>
              <a:cxnLst/>
              <a:rect l="l" t="t" r="r" b="b"/>
              <a:pathLst>
                <a:path w="754140" h="81852">
                  <a:moveTo>
                    <a:pt x="30730" y="0"/>
                  </a:moveTo>
                  <a:lnTo>
                    <a:pt x="723410" y="0"/>
                  </a:lnTo>
                  <a:cubicBezTo>
                    <a:pt x="731560" y="0"/>
                    <a:pt x="739376" y="3238"/>
                    <a:pt x="745139" y="9001"/>
                  </a:cubicBezTo>
                  <a:cubicBezTo>
                    <a:pt x="750902" y="14764"/>
                    <a:pt x="754140" y="22580"/>
                    <a:pt x="754140" y="30730"/>
                  </a:cubicBezTo>
                  <a:lnTo>
                    <a:pt x="754140" y="51122"/>
                  </a:lnTo>
                  <a:cubicBezTo>
                    <a:pt x="754140" y="68093"/>
                    <a:pt x="740381" y="81852"/>
                    <a:pt x="723410" y="81852"/>
                  </a:cubicBezTo>
                  <a:lnTo>
                    <a:pt x="30730" y="81852"/>
                  </a:lnTo>
                  <a:cubicBezTo>
                    <a:pt x="22580" y="81852"/>
                    <a:pt x="14764" y="78614"/>
                    <a:pt x="9001" y="72851"/>
                  </a:cubicBezTo>
                  <a:cubicBezTo>
                    <a:pt x="3238" y="67088"/>
                    <a:pt x="0" y="59272"/>
                    <a:pt x="0" y="51122"/>
                  </a:cubicBezTo>
                  <a:lnTo>
                    <a:pt x="0" y="30730"/>
                  </a:lnTo>
                  <a:cubicBezTo>
                    <a:pt x="0" y="22580"/>
                    <a:pt x="3238" y="14764"/>
                    <a:pt x="9001" y="9001"/>
                  </a:cubicBezTo>
                  <a:cubicBezTo>
                    <a:pt x="14764" y="3238"/>
                    <a:pt x="22580" y="0"/>
                    <a:pt x="3073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6E85"/>
              </a:solidFill>
              <a:prstDash val="solid"/>
              <a:miter/>
            </a:ln>
          </p:spPr>
        </p:sp>
        <p:sp>
          <p:nvSpPr>
            <p:cNvPr id="56" name="TextBox 15">
              <a:extLst>
                <a:ext uri="{FF2B5EF4-FFF2-40B4-BE49-F238E27FC236}">
                  <a16:creationId xmlns:a16="http://schemas.microsoft.com/office/drawing/2014/main" id="{634C04ED-D431-1C33-B925-823E476E836C}"/>
                </a:ext>
              </a:extLst>
            </p:cNvPr>
            <p:cNvSpPr txBox="1"/>
            <p:nvPr/>
          </p:nvSpPr>
          <p:spPr>
            <a:xfrm>
              <a:off x="0" y="-38100"/>
              <a:ext cx="754140" cy="1199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78" name="Picture 77">
            <a:extLst>
              <a:ext uri="{FF2B5EF4-FFF2-40B4-BE49-F238E27FC236}">
                <a16:creationId xmlns:a16="http://schemas.microsoft.com/office/drawing/2014/main" id="{111AADBB-B178-CE49-45F6-A04C6CFBE37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41975" y="3195271"/>
            <a:ext cx="4452741" cy="54069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C37EE6D-370C-5006-5C12-AF82A797FDF7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17376" b="8500"/>
          <a:stretch>
            <a:fillRect/>
          </a:stretch>
        </p:blipFill>
        <p:spPr>
          <a:xfrm>
            <a:off x="9549752" y="2723128"/>
            <a:ext cx="4919415" cy="645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8264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F1308-8A72-82D6-0AC7-DD95FC1FE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413AC35-8B0D-3DE6-2F2D-A2EF4DF2C442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BCD2AAB7-C545-BA23-DCC0-BEA4FA7ECA9A}"/>
              </a:ext>
            </a:extLst>
          </p:cNvPr>
          <p:cNvSpPr/>
          <p:nvPr/>
        </p:nvSpPr>
        <p:spPr>
          <a:xfrm>
            <a:off x="16215986" y="7786532"/>
            <a:ext cx="7315200" cy="2500468"/>
          </a:xfrm>
          <a:custGeom>
            <a:avLst/>
            <a:gdLst/>
            <a:ahLst/>
            <a:cxnLst/>
            <a:rect l="l" t="t" r="r" b="b"/>
            <a:pathLst>
              <a:path w="7315200" h="2500468">
                <a:moveTo>
                  <a:pt x="0" y="0"/>
                </a:moveTo>
                <a:lnTo>
                  <a:pt x="7315200" y="0"/>
                </a:lnTo>
                <a:lnTo>
                  <a:pt x="7315200" y="2500468"/>
                </a:lnTo>
                <a:lnTo>
                  <a:pt x="0" y="25004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F3A4DDFD-776C-99DF-F3A7-F5A00902E9CA}"/>
              </a:ext>
            </a:extLst>
          </p:cNvPr>
          <p:cNvSpPr/>
          <p:nvPr/>
        </p:nvSpPr>
        <p:spPr>
          <a:xfrm>
            <a:off x="-1073922" y="8911412"/>
            <a:ext cx="7315200" cy="2500468"/>
          </a:xfrm>
          <a:custGeom>
            <a:avLst/>
            <a:gdLst/>
            <a:ahLst/>
            <a:cxnLst/>
            <a:rect l="l" t="t" r="r" b="b"/>
            <a:pathLst>
              <a:path w="7315200" h="2500468">
                <a:moveTo>
                  <a:pt x="0" y="0"/>
                </a:moveTo>
                <a:lnTo>
                  <a:pt x="7315200" y="0"/>
                </a:lnTo>
                <a:lnTo>
                  <a:pt x="7315200" y="2500468"/>
                </a:lnTo>
                <a:lnTo>
                  <a:pt x="0" y="25004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BF930150-9C8A-32A6-5415-744D95B98E88}"/>
              </a:ext>
            </a:extLst>
          </p:cNvPr>
          <p:cNvSpPr/>
          <p:nvPr/>
        </p:nvSpPr>
        <p:spPr>
          <a:xfrm>
            <a:off x="15791737" y="537985"/>
            <a:ext cx="7315200" cy="2500468"/>
          </a:xfrm>
          <a:custGeom>
            <a:avLst/>
            <a:gdLst/>
            <a:ahLst/>
            <a:cxnLst/>
            <a:rect l="l" t="t" r="r" b="b"/>
            <a:pathLst>
              <a:path w="7315200" h="2500468">
                <a:moveTo>
                  <a:pt x="0" y="0"/>
                </a:moveTo>
                <a:lnTo>
                  <a:pt x="7315200" y="0"/>
                </a:lnTo>
                <a:lnTo>
                  <a:pt x="7315200" y="2500468"/>
                </a:lnTo>
                <a:lnTo>
                  <a:pt x="0" y="25004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5456C9CA-882C-C965-2A30-D5C8B374ED23}"/>
              </a:ext>
            </a:extLst>
          </p:cNvPr>
          <p:cNvSpPr/>
          <p:nvPr/>
        </p:nvSpPr>
        <p:spPr>
          <a:xfrm>
            <a:off x="-5030918" y="537985"/>
            <a:ext cx="7315200" cy="2500468"/>
          </a:xfrm>
          <a:custGeom>
            <a:avLst/>
            <a:gdLst/>
            <a:ahLst/>
            <a:cxnLst/>
            <a:rect l="l" t="t" r="r" b="b"/>
            <a:pathLst>
              <a:path w="7315200" h="2500468">
                <a:moveTo>
                  <a:pt x="0" y="0"/>
                </a:moveTo>
                <a:lnTo>
                  <a:pt x="7315200" y="0"/>
                </a:lnTo>
                <a:lnTo>
                  <a:pt x="7315200" y="2500468"/>
                </a:lnTo>
                <a:lnTo>
                  <a:pt x="0" y="25004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80E50522-E39E-460E-1825-68AE49D4A7CE}"/>
              </a:ext>
            </a:extLst>
          </p:cNvPr>
          <p:cNvGrpSpPr/>
          <p:nvPr/>
        </p:nvGrpSpPr>
        <p:grpSpPr>
          <a:xfrm>
            <a:off x="3818833" y="2115449"/>
            <a:ext cx="5065533" cy="7330998"/>
            <a:chOff x="0" y="0"/>
            <a:chExt cx="3097341" cy="1818331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1E8EF025-EE43-1006-D5BC-9AD23A696780}"/>
                </a:ext>
              </a:extLst>
            </p:cNvPr>
            <p:cNvSpPr/>
            <p:nvPr/>
          </p:nvSpPr>
          <p:spPr>
            <a:xfrm>
              <a:off x="0" y="0"/>
              <a:ext cx="3097341" cy="1818331"/>
            </a:xfrm>
            <a:custGeom>
              <a:avLst/>
              <a:gdLst/>
              <a:ahLst/>
              <a:cxnLst/>
              <a:rect l="l" t="t" r="r" b="b"/>
              <a:pathLst>
                <a:path w="3097341" h="1818331">
                  <a:moveTo>
                    <a:pt x="15712" y="0"/>
                  </a:moveTo>
                  <a:lnTo>
                    <a:pt x="3081628" y="0"/>
                  </a:lnTo>
                  <a:cubicBezTo>
                    <a:pt x="3085796" y="0"/>
                    <a:pt x="3089792" y="1655"/>
                    <a:pt x="3092739" y="4602"/>
                  </a:cubicBezTo>
                  <a:cubicBezTo>
                    <a:pt x="3095685" y="7549"/>
                    <a:pt x="3097341" y="11545"/>
                    <a:pt x="3097341" y="15712"/>
                  </a:cubicBezTo>
                  <a:lnTo>
                    <a:pt x="3097341" y="1802619"/>
                  </a:lnTo>
                  <a:cubicBezTo>
                    <a:pt x="3097341" y="1806786"/>
                    <a:pt x="3095685" y="1810782"/>
                    <a:pt x="3092739" y="1813729"/>
                  </a:cubicBezTo>
                  <a:cubicBezTo>
                    <a:pt x="3089792" y="1816676"/>
                    <a:pt x="3085796" y="1818331"/>
                    <a:pt x="3081628" y="1818331"/>
                  </a:cubicBezTo>
                  <a:lnTo>
                    <a:pt x="15712" y="1818331"/>
                  </a:lnTo>
                  <a:cubicBezTo>
                    <a:pt x="7035" y="1818331"/>
                    <a:pt x="0" y="1811297"/>
                    <a:pt x="0" y="1802619"/>
                  </a:cubicBezTo>
                  <a:lnTo>
                    <a:pt x="0" y="15712"/>
                  </a:lnTo>
                  <a:cubicBezTo>
                    <a:pt x="0" y="7035"/>
                    <a:pt x="7035" y="0"/>
                    <a:pt x="15712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6E85"/>
              </a:solidFill>
              <a:prstDash val="solid"/>
              <a:round/>
            </a:ln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D46E9D95-95D4-982A-B345-CA110DE80195}"/>
                </a:ext>
              </a:extLst>
            </p:cNvPr>
            <p:cNvSpPr txBox="1"/>
            <p:nvPr/>
          </p:nvSpPr>
          <p:spPr>
            <a:xfrm>
              <a:off x="0" y="-38100"/>
              <a:ext cx="3097341" cy="18564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81110DBF-965C-ED16-6030-821F2E1EB061}"/>
              </a:ext>
            </a:extLst>
          </p:cNvPr>
          <p:cNvGrpSpPr/>
          <p:nvPr/>
        </p:nvGrpSpPr>
        <p:grpSpPr>
          <a:xfrm>
            <a:off x="3808949" y="2107623"/>
            <a:ext cx="5075415" cy="512782"/>
            <a:chOff x="0" y="0"/>
            <a:chExt cx="3099849" cy="153496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E3972CA2-6926-73D1-CE00-A350A7161E26}"/>
                </a:ext>
              </a:extLst>
            </p:cNvPr>
            <p:cNvSpPr/>
            <p:nvPr/>
          </p:nvSpPr>
          <p:spPr>
            <a:xfrm>
              <a:off x="0" y="0"/>
              <a:ext cx="3099849" cy="153496"/>
            </a:xfrm>
            <a:custGeom>
              <a:avLst/>
              <a:gdLst/>
              <a:ahLst/>
              <a:cxnLst/>
              <a:rect l="l" t="t" r="r" b="b"/>
              <a:pathLst>
                <a:path w="3099849" h="153496">
                  <a:moveTo>
                    <a:pt x="7476" y="0"/>
                  </a:moveTo>
                  <a:lnTo>
                    <a:pt x="3092373" y="0"/>
                  </a:lnTo>
                  <a:cubicBezTo>
                    <a:pt x="3096502" y="0"/>
                    <a:pt x="3099849" y="3347"/>
                    <a:pt x="3099849" y="7476"/>
                  </a:cubicBezTo>
                  <a:lnTo>
                    <a:pt x="3099849" y="146020"/>
                  </a:lnTo>
                  <a:cubicBezTo>
                    <a:pt x="3099849" y="148003"/>
                    <a:pt x="3099062" y="149904"/>
                    <a:pt x="3097660" y="151306"/>
                  </a:cubicBezTo>
                  <a:cubicBezTo>
                    <a:pt x="3096258" y="152708"/>
                    <a:pt x="3094356" y="153496"/>
                    <a:pt x="3092373" y="153496"/>
                  </a:cubicBezTo>
                  <a:lnTo>
                    <a:pt x="7476" y="153496"/>
                  </a:lnTo>
                  <a:cubicBezTo>
                    <a:pt x="5493" y="153496"/>
                    <a:pt x="3592" y="152708"/>
                    <a:pt x="2190" y="151306"/>
                  </a:cubicBezTo>
                  <a:cubicBezTo>
                    <a:pt x="788" y="149904"/>
                    <a:pt x="0" y="148003"/>
                    <a:pt x="0" y="146020"/>
                  </a:cubicBezTo>
                  <a:lnTo>
                    <a:pt x="0" y="7476"/>
                  </a:lnTo>
                  <a:cubicBezTo>
                    <a:pt x="0" y="3347"/>
                    <a:pt x="3347" y="0"/>
                    <a:pt x="7476" y="0"/>
                  </a:cubicBezTo>
                  <a:close/>
                </a:path>
              </a:pathLst>
            </a:custGeom>
            <a:solidFill>
              <a:srgbClr val="D5BFE4"/>
            </a:solidFill>
            <a:ln w="19050" cap="sq">
              <a:solidFill>
                <a:srgbClr val="006E85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FE4E6F7D-C2A5-243E-1BE2-B405F673F678}"/>
                </a:ext>
              </a:extLst>
            </p:cNvPr>
            <p:cNvSpPr txBox="1"/>
            <p:nvPr/>
          </p:nvSpPr>
          <p:spPr>
            <a:xfrm>
              <a:off x="0" y="-38100"/>
              <a:ext cx="3099849" cy="1915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31D07BA5-0001-B405-7F47-A0AE351521EA}"/>
              </a:ext>
            </a:extLst>
          </p:cNvPr>
          <p:cNvGrpSpPr/>
          <p:nvPr/>
        </p:nvGrpSpPr>
        <p:grpSpPr>
          <a:xfrm>
            <a:off x="7537643" y="2242882"/>
            <a:ext cx="1199951" cy="273441"/>
            <a:chOff x="0" y="0"/>
            <a:chExt cx="754140" cy="81852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318D2602-46E4-DBB8-EF7D-830AC4B5D37B}"/>
                </a:ext>
              </a:extLst>
            </p:cNvPr>
            <p:cNvSpPr/>
            <p:nvPr/>
          </p:nvSpPr>
          <p:spPr>
            <a:xfrm>
              <a:off x="0" y="0"/>
              <a:ext cx="754140" cy="81852"/>
            </a:xfrm>
            <a:custGeom>
              <a:avLst/>
              <a:gdLst/>
              <a:ahLst/>
              <a:cxnLst/>
              <a:rect l="l" t="t" r="r" b="b"/>
              <a:pathLst>
                <a:path w="754140" h="81852">
                  <a:moveTo>
                    <a:pt x="30730" y="0"/>
                  </a:moveTo>
                  <a:lnTo>
                    <a:pt x="723410" y="0"/>
                  </a:lnTo>
                  <a:cubicBezTo>
                    <a:pt x="731560" y="0"/>
                    <a:pt x="739376" y="3238"/>
                    <a:pt x="745139" y="9001"/>
                  </a:cubicBezTo>
                  <a:cubicBezTo>
                    <a:pt x="750902" y="14764"/>
                    <a:pt x="754140" y="22580"/>
                    <a:pt x="754140" y="30730"/>
                  </a:cubicBezTo>
                  <a:lnTo>
                    <a:pt x="754140" y="51122"/>
                  </a:lnTo>
                  <a:cubicBezTo>
                    <a:pt x="754140" y="68093"/>
                    <a:pt x="740381" y="81852"/>
                    <a:pt x="723410" y="81852"/>
                  </a:cubicBezTo>
                  <a:lnTo>
                    <a:pt x="30730" y="81852"/>
                  </a:lnTo>
                  <a:cubicBezTo>
                    <a:pt x="22580" y="81852"/>
                    <a:pt x="14764" y="78614"/>
                    <a:pt x="9001" y="72851"/>
                  </a:cubicBezTo>
                  <a:cubicBezTo>
                    <a:pt x="3238" y="67088"/>
                    <a:pt x="0" y="59272"/>
                    <a:pt x="0" y="51122"/>
                  </a:cubicBezTo>
                  <a:lnTo>
                    <a:pt x="0" y="30730"/>
                  </a:lnTo>
                  <a:cubicBezTo>
                    <a:pt x="0" y="22580"/>
                    <a:pt x="3238" y="14764"/>
                    <a:pt x="9001" y="9001"/>
                  </a:cubicBezTo>
                  <a:cubicBezTo>
                    <a:pt x="14764" y="3238"/>
                    <a:pt x="22580" y="0"/>
                    <a:pt x="3073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6E85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834BF2F9-BFA2-0C80-388D-4BBD90935207}"/>
                </a:ext>
              </a:extLst>
            </p:cNvPr>
            <p:cNvSpPr txBox="1"/>
            <p:nvPr/>
          </p:nvSpPr>
          <p:spPr>
            <a:xfrm>
              <a:off x="0" y="-38100"/>
              <a:ext cx="754140" cy="1199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5" name="Freeform 25">
            <a:extLst>
              <a:ext uri="{FF2B5EF4-FFF2-40B4-BE49-F238E27FC236}">
                <a16:creationId xmlns:a16="http://schemas.microsoft.com/office/drawing/2014/main" id="{09E65ED2-C13D-4655-A5BE-B6FA859EAD9C}"/>
              </a:ext>
            </a:extLst>
          </p:cNvPr>
          <p:cNvSpPr/>
          <p:nvPr/>
        </p:nvSpPr>
        <p:spPr>
          <a:xfrm rot="719075">
            <a:off x="15566542" y="9088334"/>
            <a:ext cx="596943" cy="955109"/>
          </a:xfrm>
          <a:custGeom>
            <a:avLst/>
            <a:gdLst/>
            <a:ahLst/>
            <a:cxnLst/>
            <a:rect l="l" t="t" r="r" b="b"/>
            <a:pathLst>
              <a:path w="596943" h="955109">
                <a:moveTo>
                  <a:pt x="0" y="0"/>
                </a:moveTo>
                <a:lnTo>
                  <a:pt x="596943" y="0"/>
                </a:lnTo>
                <a:lnTo>
                  <a:pt x="596943" y="955109"/>
                </a:lnTo>
                <a:lnTo>
                  <a:pt x="0" y="9551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27" name="Group 27">
            <a:extLst>
              <a:ext uri="{FF2B5EF4-FFF2-40B4-BE49-F238E27FC236}">
                <a16:creationId xmlns:a16="http://schemas.microsoft.com/office/drawing/2014/main" id="{961564E6-23B1-2B9B-9F38-2A41194B4C6A}"/>
              </a:ext>
            </a:extLst>
          </p:cNvPr>
          <p:cNvGrpSpPr/>
          <p:nvPr/>
        </p:nvGrpSpPr>
        <p:grpSpPr>
          <a:xfrm rot="-196716">
            <a:off x="14838671" y="623670"/>
            <a:ext cx="618045" cy="618045"/>
            <a:chOff x="0" y="0"/>
            <a:chExt cx="812800" cy="812800"/>
          </a:xfrm>
        </p:grpSpPr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51DA0861-F6A5-21C4-D514-BB8F02C372BC}"/>
                </a:ext>
              </a:extLst>
            </p:cNvPr>
            <p:cNvSpPr/>
            <p:nvPr/>
          </p:nvSpPr>
          <p:spPr>
            <a:xfrm>
              <a:off x="47864" y="47864"/>
              <a:ext cx="717071" cy="717071"/>
            </a:xfrm>
            <a:custGeom>
              <a:avLst/>
              <a:gdLst/>
              <a:ahLst/>
              <a:cxnLst/>
              <a:rect l="l" t="t" r="r" b="b"/>
              <a:pathLst>
                <a:path w="717071" h="717071">
                  <a:moveTo>
                    <a:pt x="390321" y="20243"/>
                  </a:moveTo>
                  <a:lnTo>
                    <a:pt x="456066" y="161114"/>
                  </a:lnTo>
                  <a:cubicBezTo>
                    <a:pt x="476599" y="205109"/>
                    <a:pt x="511962" y="240473"/>
                    <a:pt x="555958" y="261006"/>
                  </a:cubicBezTo>
                  <a:lnTo>
                    <a:pt x="696829" y="326751"/>
                  </a:lnTo>
                  <a:cubicBezTo>
                    <a:pt x="709178" y="332514"/>
                    <a:pt x="717072" y="344908"/>
                    <a:pt x="717072" y="358536"/>
                  </a:cubicBezTo>
                  <a:cubicBezTo>
                    <a:pt x="717072" y="372164"/>
                    <a:pt x="709178" y="384558"/>
                    <a:pt x="696829" y="390321"/>
                  </a:cubicBezTo>
                  <a:lnTo>
                    <a:pt x="555958" y="456066"/>
                  </a:lnTo>
                  <a:cubicBezTo>
                    <a:pt x="511962" y="476599"/>
                    <a:pt x="476599" y="511962"/>
                    <a:pt x="456066" y="555958"/>
                  </a:cubicBezTo>
                  <a:lnTo>
                    <a:pt x="390321" y="696829"/>
                  </a:lnTo>
                  <a:cubicBezTo>
                    <a:pt x="384558" y="709178"/>
                    <a:pt x="372164" y="717072"/>
                    <a:pt x="358536" y="717072"/>
                  </a:cubicBezTo>
                  <a:cubicBezTo>
                    <a:pt x="344908" y="717072"/>
                    <a:pt x="332514" y="709178"/>
                    <a:pt x="326751" y="696829"/>
                  </a:cubicBezTo>
                  <a:lnTo>
                    <a:pt x="261006" y="555958"/>
                  </a:lnTo>
                  <a:cubicBezTo>
                    <a:pt x="240473" y="511962"/>
                    <a:pt x="205109" y="476599"/>
                    <a:pt x="161114" y="456066"/>
                  </a:cubicBezTo>
                  <a:lnTo>
                    <a:pt x="20243" y="390321"/>
                  </a:lnTo>
                  <a:cubicBezTo>
                    <a:pt x="7894" y="384558"/>
                    <a:pt x="0" y="372164"/>
                    <a:pt x="0" y="358536"/>
                  </a:cubicBezTo>
                  <a:cubicBezTo>
                    <a:pt x="0" y="344908"/>
                    <a:pt x="7894" y="332514"/>
                    <a:pt x="20243" y="326751"/>
                  </a:cubicBezTo>
                  <a:lnTo>
                    <a:pt x="161114" y="261006"/>
                  </a:lnTo>
                  <a:cubicBezTo>
                    <a:pt x="205109" y="240473"/>
                    <a:pt x="240473" y="205109"/>
                    <a:pt x="261006" y="161114"/>
                  </a:cubicBezTo>
                  <a:lnTo>
                    <a:pt x="326751" y="20243"/>
                  </a:lnTo>
                  <a:cubicBezTo>
                    <a:pt x="332514" y="7894"/>
                    <a:pt x="344908" y="0"/>
                    <a:pt x="358536" y="0"/>
                  </a:cubicBezTo>
                  <a:cubicBezTo>
                    <a:pt x="372164" y="0"/>
                    <a:pt x="384558" y="7894"/>
                    <a:pt x="390321" y="20243"/>
                  </a:cubicBezTo>
                  <a:close/>
                </a:path>
              </a:pathLst>
            </a:custGeom>
            <a:solidFill>
              <a:srgbClr val="FFEBB5"/>
            </a:solidFill>
            <a:ln w="19050" cap="sq">
              <a:solidFill>
                <a:srgbClr val="313131"/>
              </a:solidFill>
              <a:prstDash val="solid"/>
              <a:miter/>
            </a:ln>
          </p:spPr>
        </p:sp>
        <p:sp>
          <p:nvSpPr>
            <p:cNvPr id="29" name="TextBox 29">
              <a:extLst>
                <a:ext uri="{FF2B5EF4-FFF2-40B4-BE49-F238E27FC236}">
                  <a16:creationId xmlns:a16="http://schemas.microsoft.com/office/drawing/2014/main" id="{983C03AA-A8B8-444E-5423-A9E1E9C23DB9}"/>
                </a:ext>
              </a:extLst>
            </p:cNvPr>
            <p:cNvSpPr txBox="1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0" name="Group 30">
            <a:extLst>
              <a:ext uri="{FF2B5EF4-FFF2-40B4-BE49-F238E27FC236}">
                <a16:creationId xmlns:a16="http://schemas.microsoft.com/office/drawing/2014/main" id="{C13E0623-9F2A-8F80-749A-55E7BCDEB12A}"/>
              </a:ext>
            </a:extLst>
          </p:cNvPr>
          <p:cNvGrpSpPr/>
          <p:nvPr/>
        </p:nvGrpSpPr>
        <p:grpSpPr>
          <a:xfrm rot="767333">
            <a:off x="1303327" y="6853792"/>
            <a:ext cx="548677" cy="548677"/>
            <a:chOff x="0" y="0"/>
            <a:chExt cx="812800" cy="812800"/>
          </a:xfrm>
        </p:grpSpPr>
        <p:sp>
          <p:nvSpPr>
            <p:cNvPr id="31" name="Freeform 31">
              <a:extLst>
                <a:ext uri="{FF2B5EF4-FFF2-40B4-BE49-F238E27FC236}">
                  <a16:creationId xmlns:a16="http://schemas.microsoft.com/office/drawing/2014/main" id="{1DF58740-A044-92F2-B145-8ED61FF4C766}"/>
                </a:ext>
              </a:extLst>
            </p:cNvPr>
            <p:cNvSpPr/>
            <p:nvPr/>
          </p:nvSpPr>
          <p:spPr>
            <a:xfrm>
              <a:off x="53916" y="53916"/>
              <a:ext cx="704968" cy="704968"/>
            </a:xfrm>
            <a:custGeom>
              <a:avLst/>
              <a:gdLst/>
              <a:ahLst/>
              <a:cxnLst/>
              <a:rect l="l" t="t" r="r" b="b"/>
              <a:pathLst>
                <a:path w="704968" h="704968">
                  <a:moveTo>
                    <a:pt x="388288" y="22801"/>
                  </a:moveTo>
                  <a:lnTo>
                    <a:pt x="445995" y="146451"/>
                  </a:lnTo>
                  <a:cubicBezTo>
                    <a:pt x="469124" y="196009"/>
                    <a:pt x="508959" y="235844"/>
                    <a:pt x="558517" y="258973"/>
                  </a:cubicBezTo>
                  <a:lnTo>
                    <a:pt x="682167" y="316680"/>
                  </a:lnTo>
                  <a:cubicBezTo>
                    <a:pt x="696077" y="323172"/>
                    <a:pt x="704968" y="337133"/>
                    <a:pt x="704968" y="352484"/>
                  </a:cubicBezTo>
                  <a:cubicBezTo>
                    <a:pt x="704968" y="367835"/>
                    <a:pt x="696077" y="381796"/>
                    <a:pt x="682167" y="388288"/>
                  </a:cubicBezTo>
                  <a:lnTo>
                    <a:pt x="558517" y="445995"/>
                  </a:lnTo>
                  <a:cubicBezTo>
                    <a:pt x="508959" y="469124"/>
                    <a:pt x="469124" y="508959"/>
                    <a:pt x="445995" y="558517"/>
                  </a:cubicBezTo>
                  <a:lnTo>
                    <a:pt x="388288" y="682167"/>
                  </a:lnTo>
                  <a:cubicBezTo>
                    <a:pt x="381796" y="696077"/>
                    <a:pt x="367835" y="704968"/>
                    <a:pt x="352484" y="704968"/>
                  </a:cubicBezTo>
                  <a:cubicBezTo>
                    <a:pt x="337133" y="704968"/>
                    <a:pt x="323172" y="696077"/>
                    <a:pt x="316680" y="682167"/>
                  </a:cubicBezTo>
                  <a:lnTo>
                    <a:pt x="258973" y="558517"/>
                  </a:lnTo>
                  <a:cubicBezTo>
                    <a:pt x="235844" y="508959"/>
                    <a:pt x="196009" y="469124"/>
                    <a:pt x="146451" y="445995"/>
                  </a:cubicBezTo>
                  <a:lnTo>
                    <a:pt x="22801" y="388288"/>
                  </a:lnTo>
                  <a:cubicBezTo>
                    <a:pt x="8891" y="381796"/>
                    <a:pt x="0" y="367835"/>
                    <a:pt x="0" y="352484"/>
                  </a:cubicBezTo>
                  <a:cubicBezTo>
                    <a:pt x="0" y="337133"/>
                    <a:pt x="8891" y="323172"/>
                    <a:pt x="22801" y="316680"/>
                  </a:cubicBezTo>
                  <a:lnTo>
                    <a:pt x="146451" y="258973"/>
                  </a:lnTo>
                  <a:cubicBezTo>
                    <a:pt x="196009" y="235844"/>
                    <a:pt x="235844" y="196009"/>
                    <a:pt x="258973" y="146451"/>
                  </a:cubicBezTo>
                  <a:lnTo>
                    <a:pt x="316680" y="22801"/>
                  </a:lnTo>
                  <a:cubicBezTo>
                    <a:pt x="323172" y="8891"/>
                    <a:pt x="337133" y="0"/>
                    <a:pt x="352484" y="0"/>
                  </a:cubicBezTo>
                  <a:cubicBezTo>
                    <a:pt x="367835" y="0"/>
                    <a:pt x="381796" y="8891"/>
                    <a:pt x="388288" y="22801"/>
                  </a:cubicBezTo>
                  <a:close/>
                </a:path>
              </a:pathLst>
            </a:custGeom>
            <a:solidFill>
              <a:srgbClr val="FFEBB5"/>
            </a:solidFill>
            <a:ln w="19050" cap="sq">
              <a:solidFill>
                <a:srgbClr val="313131"/>
              </a:solidFill>
              <a:prstDash val="solid"/>
              <a:miter/>
            </a:ln>
          </p:spPr>
        </p:sp>
        <p:sp>
          <p:nvSpPr>
            <p:cNvPr id="32" name="TextBox 32">
              <a:extLst>
                <a:ext uri="{FF2B5EF4-FFF2-40B4-BE49-F238E27FC236}">
                  <a16:creationId xmlns:a16="http://schemas.microsoft.com/office/drawing/2014/main" id="{155BF302-1D06-A168-9D76-608D94C8F203}"/>
                </a:ext>
              </a:extLst>
            </p:cNvPr>
            <p:cNvSpPr txBox="1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3" name="Group 33">
            <a:extLst>
              <a:ext uri="{FF2B5EF4-FFF2-40B4-BE49-F238E27FC236}">
                <a16:creationId xmlns:a16="http://schemas.microsoft.com/office/drawing/2014/main" id="{76AE631C-8362-C437-3DF8-E4D081403531}"/>
              </a:ext>
            </a:extLst>
          </p:cNvPr>
          <p:cNvGrpSpPr/>
          <p:nvPr/>
        </p:nvGrpSpPr>
        <p:grpSpPr>
          <a:xfrm rot="-196716">
            <a:off x="16950277" y="5298637"/>
            <a:ext cx="618045" cy="618045"/>
            <a:chOff x="0" y="0"/>
            <a:chExt cx="812800" cy="812800"/>
          </a:xfrm>
        </p:grpSpPr>
        <p:sp>
          <p:nvSpPr>
            <p:cNvPr id="34" name="Freeform 34">
              <a:extLst>
                <a:ext uri="{FF2B5EF4-FFF2-40B4-BE49-F238E27FC236}">
                  <a16:creationId xmlns:a16="http://schemas.microsoft.com/office/drawing/2014/main" id="{2350372D-5632-E618-A462-D7404B3CA605}"/>
                </a:ext>
              </a:extLst>
            </p:cNvPr>
            <p:cNvSpPr/>
            <p:nvPr/>
          </p:nvSpPr>
          <p:spPr>
            <a:xfrm>
              <a:off x="47864" y="47864"/>
              <a:ext cx="717071" cy="717071"/>
            </a:xfrm>
            <a:custGeom>
              <a:avLst/>
              <a:gdLst/>
              <a:ahLst/>
              <a:cxnLst/>
              <a:rect l="l" t="t" r="r" b="b"/>
              <a:pathLst>
                <a:path w="717071" h="717071">
                  <a:moveTo>
                    <a:pt x="390321" y="20243"/>
                  </a:moveTo>
                  <a:lnTo>
                    <a:pt x="456066" y="161114"/>
                  </a:lnTo>
                  <a:cubicBezTo>
                    <a:pt x="476599" y="205109"/>
                    <a:pt x="511962" y="240473"/>
                    <a:pt x="555958" y="261006"/>
                  </a:cubicBezTo>
                  <a:lnTo>
                    <a:pt x="696829" y="326751"/>
                  </a:lnTo>
                  <a:cubicBezTo>
                    <a:pt x="709178" y="332514"/>
                    <a:pt x="717072" y="344908"/>
                    <a:pt x="717072" y="358536"/>
                  </a:cubicBezTo>
                  <a:cubicBezTo>
                    <a:pt x="717072" y="372164"/>
                    <a:pt x="709178" y="384558"/>
                    <a:pt x="696829" y="390321"/>
                  </a:cubicBezTo>
                  <a:lnTo>
                    <a:pt x="555958" y="456066"/>
                  </a:lnTo>
                  <a:cubicBezTo>
                    <a:pt x="511962" y="476599"/>
                    <a:pt x="476599" y="511962"/>
                    <a:pt x="456066" y="555958"/>
                  </a:cubicBezTo>
                  <a:lnTo>
                    <a:pt x="390321" y="696829"/>
                  </a:lnTo>
                  <a:cubicBezTo>
                    <a:pt x="384558" y="709178"/>
                    <a:pt x="372164" y="717072"/>
                    <a:pt x="358536" y="717072"/>
                  </a:cubicBezTo>
                  <a:cubicBezTo>
                    <a:pt x="344908" y="717072"/>
                    <a:pt x="332514" y="709178"/>
                    <a:pt x="326751" y="696829"/>
                  </a:cubicBezTo>
                  <a:lnTo>
                    <a:pt x="261006" y="555958"/>
                  </a:lnTo>
                  <a:cubicBezTo>
                    <a:pt x="240473" y="511962"/>
                    <a:pt x="205109" y="476599"/>
                    <a:pt x="161114" y="456066"/>
                  </a:cubicBezTo>
                  <a:lnTo>
                    <a:pt x="20243" y="390321"/>
                  </a:lnTo>
                  <a:cubicBezTo>
                    <a:pt x="7894" y="384558"/>
                    <a:pt x="0" y="372164"/>
                    <a:pt x="0" y="358536"/>
                  </a:cubicBezTo>
                  <a:cubicBezTo>
                    <a:pt x="0" y="344908"/>
                    <a:pt x="7894" y="332514"/>
                    <a:pt x="20243" y="326751"/>
                  </a:cubicBezTo>
                  <a:lnTo>
                    <a:pt x="161114" y="261006"/>
                  </a:lnTo>
                  <a:cubicBezTo>
                    <a:pt x="205109" y="240473"/>
                    <a:pt x="240473" y="205109"/>
                    <a:pt x="261006" y="161114"/>
                  </a:cubicBezTo>
                  <a:lnTo>
                    <a:pt x="326751" y="20243"/>
                  </a:lnTo>
                  <a:cubicBezTo>
                    <a:pt x="332514" y="7894"/>
                    <a:pt x="344908" y="0"/>
                    <a:pt x="358536" y="0"/>
                  </a:cubicBezTo>
                  <a:cubicBezTo>
                    <a:pt x="372164" y="0"/>
                    <a:pt x="384558" y="7894"/>
                    <a:pt x="390321" y="20243"/>
                  </a:cubicBezTo>
                  <a:close/>
                </a:path>
              </a:pathLst>
            </a:custGeom>
            <a:solidFill>
              <a:srgbClr val="FFEBB5"/>
            </a:solidFill>
            <a:ln w="19050" cap="sq">
              <a:solidFill>
                <a:srgbClr val="313131"/>
              </a:solidFill>
              <a:prstDash val="solid"/>
              <a:miter/>
            </a:ln>
          </p:spPr>
        </p:sp>
        <p:sp>
          <p:nvSpPr>
            <p:cNvPr id="35" name="TextBox 35">
              <a:extLst>
                <a:ext uri="{FF2B5EF4-FFF2-40B4-BE49-F238E27FC236}">
                  <a16:creationId xmlns:a16="http://schemas.microsoft.com/office/drawing/2014/main" id="{C606BA0A-5B68-066B-FB1C-352999BFC306}"/>
                </a:ext>
              </a:extLst>
            </p:cNvPr>
            <p:cNvSpPr txBox="1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6" name="Group 36">
            <a:extLst>
              <a:ext uri="{FF2B5EF4-FFF2-40B4-BE49-F238E27FC236}">
                <a16:creationId xmlns:a16="http://schemas.microsoft.com/office/drawing/2014/main" id="{4BEE8B05-C28D-464C-C486-054DFF52737B}"/>
              </a:ext>
            </a:extLst>
          </p:cNvPr>
          <p:cNvGrpSpPr/>
          <p:nvPr/>
        </p:nvGrpSpPr>
        <p:grpSpPr>
          <a:xfrm>
            <a:off x="1757748" y="1211592"/>
            <a:ext cx="7705813" cy="411477"/>
            <a:chOff x="0" y="0"/>
            <a:chExt cx="1784303" cy="108372"/>
          </a:xfrm>
        </p:grpSpPr>
        <p:sp>
          <p:nvSpPr>
            <p:cNvPr id="37" name="Freeform 37">
              <a:extLst>
                <a:ext uri="{FF2B5EF4-FFF2-40B4-BE49-F238E27FC236}">
                  <a16:creationId xmlns:a16="http://schemas.microsoft.com/office/drawing/2014/main" id="{926507D0-D27E-FC40-298F-0C2F19178F44}"/>
                </a:ext>
              </a:extLst>
            </p:cNvPr>
            <p:cNvSpPr/>
            <p:nvPr/>
          </p:nvSpPr>
          <p:spPr>
            <a:xfrm>
              <a:off x="0" y="0"/>
              <a:ext cx="1784303" cy="108372"/>
            </a:xfrm>
            <a:custGeom>
              <a:avLst/>
              <a:gdLst/>
              <a:ahLst/>
              <a:cxnLst/>
              <a:rect l="l" t="t" r="r" b="b"/>
              <a:pathLst>
                <a:path w="1784303" h="108372">
                  <a:moveTo>
                    <a:pt x="0" y="0"/>
                  </a:moveTo>
                  <a:lnTo>
                    <a:pt x="1784303" y="0"/>
                  </a:lnTo>
                  <a:lnTo>
                    <a:pt x="1784303" y="108372"/>
                  </a:lnTo>
                  <a:lnTo>
                    <a:pt x="0" y="108372"/>
                  </a:lnTo>
                  <a:close/>
                </a:path>
              </a:pathLst>
            </a:custGeom>
            <a:solidFill>
              <a:srgbClr val="A8DED6"/>
            </a:solidFill>
            <a:ln cap="sq">
              <a:noFill/>
              <a:prstDash val="solid"/>
              <a:miter/>
            </a:ln>
          </p:spPr>
        </p:sp>
        <p:sp>
          <p:nvSpPr>
            <p:cNvPr id="38" name="TextBox 38">
              <a:extLst>
                <a:ext uri="{FF2B5EF4-FFF2-40B4-BE49-F238E27FC236}">
                  <a16:creationId xmlns:a16="http://schemas.microsoft.com/office/drawing/2014/main" id="{8838D53F-18AD-3589-01EA-1F3DF454A086}"/>
                </a:ext>
              </a:extLst>
            </p:cNvPr>
            <p:cNvSpPr txBox="1"/>
            <p:nvPr/>
          </p:nvSpPr>
          <p:spPr>
            <a:xfrm>
              <a:off x="0" y="-38100"/>
              <a:ext cx="1784303" cy="146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9" name="TextBox 39">
            <a:extLst>
              <a:ext uri="{FF2B5EF4-FFF2-40B4-BE49-F238E27FC236}">
                <a16:creationId xmlns:a16="http://schemas.microsoft.com/office/drawing/2014/main" id="{3E06119A-AEFE-3B21-7AC0-9E8C2F75C0EB}"/>
              </a:ext>
            </a:extLst>
          </p:cNvPr>
          <p:cNvSpPr txBox="1"/>
          <p:nvPr/>
        </p:nvSpPr>
        <p:spPr>
          <a:xfrm>
            <a:off x="1537044" y="995531"/>
            <a:ext cx="7694979" cy="6711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995"/>
              </a:lnSpc>
            </a:pPr>
            <a:r>
              <a:rPr lang="en-US" sz="4945" dirty="0">
                <a:solidFill>
                  <a:srgbClr val="000000"/>
                </a:solidFill>
                <a:latin typeface="Chunk Five"/>
                <a:ea typeface="Chunk Five"/>
                <a:cs typeface="Chunk Five"/>
                <a:sym typeface="Chunk Five"/>
              </a:rPr>
              <a:t>PETA LOKASI KIOS</a:t>
            </a:r>
          </a:p>
        </p:txBody>
      </p:sp>
      <p:grpSp>
        <p:nvGrpSpPr>
          <p:cNvPr id="48" name="Group 7">
            <a:extLst>
              <a:ext uri="{FF2B5EF4-FFF2-40B4-BE49-F238E27FC236}">
                <a16:creationId xmlns:a16="http://schemas.microsoft.com/office/drawing/2014/main" id="{B04C3BDB-53B3-C3A3-FB45-53B0019BA743}"/>
              </a:ext>
            </a:extLst>
          </p:cNvPr>
          <p:cNvGrpSpPr/>
          <p:nvPr/>
        </p:nvGrpSpPr>
        <p:grpSpPr>
          <a:xfrm>
            <a:off x="9407552" y="2115447"/>
            <a:ext cx="5262777" cy="7330999"/>
            <a:chOff x="0" y="0"/>
            <a:chExt cx="3097341" cy="1818331"/>
          </a:xfrm>
        </p:grpSpPr>
        <p:sp>
          <p:nvSpPr>
            <p:cNvPr id="49" name="Freeform 8">
              <a:extLst>
                <a:ext uri="{FF2B5EF4-FFF2-40B4-BE49-F238E27FC236}">
                  <a16:creationId xmlns:a16="http://schemas.microsoft.com/office/drawing/2014/main" id="{A086FE51-76A0-D021-183F-B3743F1110E7}"/>
                </a:ext>
              </a:extLst>
            </p:cNvPr>
            <p:cNvSpPr/>
            <p:nvPr/>
          </p:nvSpPr>
          <p:spPr>
            <a:xfrm>
              <a:off x="0" y="0"/>
              <a:ext cx="3097341" cy="1818331"/>
            </a:xfrm>
            <a:custGeom>
              <a:avLst/>
              <a:gdLst/>
              <a:ahLst/>
              <a:cxnLst/>
              <a:rect l="l" t="t" r="r" b="b"/>
              <a:pathLst>
                <a:path w="3097341" h="1818331">
                  <a:moveTo>
                    <a:pt x="15712" y="0"/>
                  </a:moveTo>
                  <a:lnTo>
                    <a:pt x="3081628" y="0"/>
                  </a:lnTo>
                  <a:cubicBezTo>
                    <a:pt x="3085796" y="0"/>
                    <a:pt x="3089792" y="1655"/>
                    <a:pt x="3092739" y="4602"/>
                  </a:cubicBezTo>
                  <a:cubicBezTo>
                    <a:pt x="3095685" y="7549"/>
                    <a:pt x="3097341" y="11545"/>
                    <a:pt x="3097341" y="15712"/>
                  </a:cubicBezTo>
                  <a:lnTo>
                    <a:pt x="3097341" y="1802619"/>
                  </a:lnTo>
                  <a:cubicBezTo>
                    <a:pt x="3097341" y="1806786"/>
                    <a:pt x="3095685" y="1810782"/>
                    <a:pt x="3092739" y="1813729"/>
                  </a:cubicBezTo>
                  <a:cubicBezTo>
                    <a:pt x="3089792" y="1816676"/>
                    <a:pt x="3085796" y="1818331"/>
                    <a:pt x="3081628" y="1818331"/>
                  </a:cubicBezTo>
                  <a:lnTo>
                    <a:pt x="15712" y="1818331"/>
                  </a:lnTo>
                  <a:cubicBezTo>
                    <a:pt x="7035" y="1818331"/>
                    <a:pt x="0" y="1811297"/>
                    <a:pt x="0" y="1802619"/>
                  </a:cubicBezTo>
                  <a:lnTo>
                    <a:pt x="0" y="15712"/>
                  </a:lnTo>
                  <a:cubicBezTo>
                    <a:pt x="0" y="7035"/>
                    <a:pt x="7035" y="0"/>
                    <a:pt x="15712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6E85"/>
              </a:solidFill>
              <a:prstDash val="solid"/>
              <a:round/>
            </a:ln>
          </p:spPr>
        </p:sp>
        <p:sp>
          <p:nvSpPr>
            <p:cNvPr id="50" name="TextBox 9">
              <a:extLst>
                <a:ext uri="{FF2B5EF4-FFF2-40B4-BE49-F238E27FC236}">
                  <a16:creationId xmlns:a16="http://schemas.microsoft.com/office/drawing/2014/main" id="{485C2BF7-DEF5-3A70-5F73-A909F7A044F6}"/>
                </a:ext>
              </a:extLst>
            </p:cNvPr>
            <p:cNvSpPr txBox="1"/>
            <p:nvPr/>
          </p:nvSpPr>
          <p:spPr>
            <a:xfrm>
              <a:off x="0" y="-38100"/>
              <a:ext cx="3097341" cy="18564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1" name="Group 10">
            <a:extLst>
              <a:ext uri="{FF2B5EF4-FFF2-40B4-BE49-F238E27FC236}">
                <a16:creationId xmlns:a16="http://schemas.microsoft.com/office/drawing/2014/main" id="{000F469C-0FE3-5C59-94B1-F9858A879EB9}"/>
              </a:ext>
            </a:extLst>
          </p:cNvPr>
          <p:cNvGrpSpPr/>
          <p:nvPr/>
        </p:nvGrpSpPr>
        <p:grpSpPr>
          <a:xfrm>
            <a:off x="9397792" y="2107622"/>
            <a:ext cx="5273044" cy="512782"/>
            <a:chOff x="0" y="0"/>
            <a:chExt cx="3099849" cy="153496"/>
          </a:xfrm>
        </p:grpSpPr>
        <p:sp>
          <p:nvSpPr>
            <p:cNvPr id="52" name="Freeform 11">
              <a:extLst>
                <a:ext uri="{FF2B5EF4-FFF2-40B4-BE49-F238E27FC236}">
                  <a16:creationId xmlns:a16="http://schemas.microsoft.com/office/drawing/2014/main" id="{B0C07D64-B02D-F98B-581C-AAE852746DCA}"/>
                </a:ext>
              </a:extLst>
            </p:cNvPr>
            <p:cNvSpPr/>
            <p:nvPr/>
          </p:nvSpPr>
          <p:spPr>
            <a:xfrm>
              <a:off x="0" y="0"/>
              <a:ext cx="3099849" cy="153496"/>
            </a:xfrm>
            <a:custGeom>
              <a:avLst/>
              <a:gdLst/>
              <a:ahLst/>
              <a:cxnLst/>
              <a:rect l="l" t="t" r="r" b="b"/>
              <a:pathLst>
                <a:path w="3099849" h="153496">
                  <a:moveTo>
                    <a:pt x="7476" y="0"/>
                  </a:moveTo>
                  <a:lnTo>
                    <a:pt x="3092373" y="0"/>
                  </a:lnTo>
                  <a:cubicBezTo>
                    <a:pt x="3096502" y="0"/>
                    <a:pt x="3099849" y="3347"/>
                    <a:pt x="3099849" y="7476"/>
                  </a:cubicBezTo>
                  <a:lnTo>
                    <a:pt x="3099849" y="146020"/>
                  </a:lnTo>
                  <a:cubicBezTo>
                    <a:pt x="3099849" y="148003"/>
                    <a:pt x="3099062" y="149904"/>
                    <a:pt x="3097660" y="151306"/>
                  </a:cubicBezTo>
                  <a:cubicBezTo>
                    <a:pt x="3096258" y="152708"/>
                    <a:pt x="3094356" y="153496"/>
                    <a:pt x="3092373" y="153496"/>
                  </a:cubicBezTo>
                  <a:lnTo>
                    <a:pt x="7476" y="153496"/>
                  </a:lnTo>
                  <a:cubicBezTo>
                    <a:pt x="5493" y="153496"/>
                    <a:pt x="3592" y="152708"/>
                    <a:pt x="2190" y="151306"/>
                  </a:cubicBezTo>
                  <a:cubicBezTo>
                    <a:pt x="788" y="149904"/>
                    <a:pt x="0" y="148003"/>
                    <a:pt x="0" y="146020"/>
                  </a:cubicBezTo>
                  <a:lnTo>
                    <a:pt x="0" y="7476"/>
                  </a:lnTo>
                  <a:cubicBezTo>
                    <a:pt x="0" y="3347"/>
                    <a:pt x="3347" y="0"/>
                    <a:pt x="7476" y="0"/>
                  </a:cubicBezTo>
                  <a:close/>
                </a:path>
              </a:pathLst>
            </a:custGeom>
            <a:solidFill>
              <a:srgbClr val="D5BFE4"/>
            </a:solidFill>
            <a:ln w="19050" cap="sq">
              <a:solidFill>
                <a:srgbClr val="006E85"/>
              </a:solidFill>
              <a:prstDash val="solid"/>
              <a:miter/>
            </a:ln>
          </p:spPr>
        </p:sp>
        <p:sp>
          <p:nvSpPr>
            <p:cNvPr id="53" name="TextBox 12">
              <a:extLst>
                <a:ext uri="{FF2B5EF4-FFF2-40B4-BE49-F238E27FC236}">
                  <a16:creationId xmlns:a16="http://schemas.microsoft.com/office/drawing/2014/main" id="{9D58F8C1-BB41-E12B-AEE7-A59E57FC5B8C}"/>
                </a:ext>
              </a:extLst>
            </p:cNvPr>
            <p:cNvSpPr txBox="1"/>
            <p:nvPr/>
          </p:nvSpPr>
          <p:spPr>
            <a:xfrm>
              <a:off x="0" y="-38100"/>
              <a:ext cx="3099849" cy="1915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4" name="Group 13">
            <a:extLst>
              <a:ext uri="{FF2B5EF4-FFF2-40B4-BE49-F238E27FC236}">
                <a16:creationId xmlns:a16="http://schemas.microsoft.com/office/drawing/2014/main" id="{166D3B00-1B8A-E3DC-F540-FA10E9D3F487}"/>
              </a:ext>
            </a:extLst>
          </p:cNvPr>
          <p:cNvGrpSpPr/>
          <p:nvPr/>
        </p:nvGrpSpPr>
        <p:grpSpPr>
          <a:xfrm>
            <a:off x="13078705" y="2242881"/>
            <a:ext cx="1246676" cy="273441"/>
            <a:chOff x="0" y="0"/>
            <a:chExt cx="754140" cy="81852"/>
          </a:xfrm>
        </p:grpSpPr>
        <p:sp>
          <p:nvSpPr>
            <p:cNvPr id="55" name="Freeform 14">
              <a:extLst>
                <a:ext uri="{FF2B5EF4-FFF2-40B4-BE49-F238E27FC236}">
                  <a16:creationId xmlns:a16="http://schemas.microsoft.com/office/drawing/2014/main" id="{41068A72-124F-BDE5-FD6A-A91AE15EDE08}"/>
                </a:ext>
              </a:extLst>
            </p:cNvPr>
            <p:cNvSpPr/>
            <p:nvPr/>
          </p:nvSpPr>
          <p:spPr>
            <a:xfrm>
              <a:off x="0" y="0"/>
              <a:ext cx="754140" cy="81852"/>
            </a:xfrm>
            <a:custGeom>
              <a:avLst/>
              <a:gdLst/>
              <a:ahLst/>
              <a:cxnLst/>
              <a:rect l="l" t="t" r="r" b="b"/>
              <a:pathLst>
                <a:path w="754140" h="81852">
                  <a:moveTo>
                    <a:pt x="30730" y="0"/>
                  </a:moveTo>
                  <a:lnTo>
                    <a:pt x="723410" y="0"/>
                  </a:lnTo>
                  <a:cubicBezTo>
                    <a:pt x="731560" y="0"/>
                    <a:pt x="739376" y="3238"/>
                    <a:pt x="745139" y="9001"/>
                  </a:cubicBezTo>
                  <a:cubicBezTo>
                    <a:pt x="750902" y="14764"/>
                    <a:pt x="754140" y="22580"/>
                    <a:pt x="754140" y="30730"/>
                  </a:cubicBezTo>
                  <a:lnTo>
                    <a:pt x="754140" y="51122"/>
                  </a:lnTo>
                  <a:cubicBezTo>
                    <a:pt x="754140" y="68093"/>
                    <a:pt x="740381" y="81852"/>
                    <a:pt x="723410" y="81852"/>
                  </a:cubicBezTo>
                  <a:lnTo>
                    <a:pt x="30730" y="81852"/>
                  </a:lnTo>
                  <a:cubicBezTo>
                    <a:pt x="22580" y="81852"/>
                    <a:pt x="14764" y="78614"/>
                    <a:pt x="9001" y="72851"/>
                  </a:cubicBezTo>
                  <a:cubicBezTo>
                    <a:pt x="3238" y="67088"/>
                    <a:pt x="0" y="59272"/>
                    <a:pt x="0" y="51122"/>
                  </a:cubicBezTo>
                  <a:lnTo>
                    <a:pt x="0" y="30730"/>
                  </a:lnTo>
                  <a:cubicBezTo>
                    <a:pt x="0" y="22580"/>
                    <a:pt x="3238" y="14764"/>
                    <a:pt x="9001" y="9001"/>
                  </a:cubicBezTo>
                  <a:cubicBezTo>
                    <a:pt x="14764" y="3238"/>
                    <a:pt x="22580" y="0"/>
                    <a:pt x="3073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6E85"/>
              </a:solidFill>
              <a:prstDash val="solid"/>
              <a:miter/>
            </a:ln>
          </p:spPr>
        </p:sp>
        <p:sp>
          <p:nvSpPr>
            <p:cNvPr id="56" name="TextBox 15">
              <a:extLst>
                <a:ext uri="{FF2B5EF4-FFF2-40B4-BE49-F238E27FC236}">
                  <a16:creationId xmlns:a16="http://schemas.microsoft.com/office/drawing/2014/main" id="{24EFEAE6-5F48-CE8D-9CD8-66EAD98EB646}"/>
                </a:ext>
              </a:extLst>
            </p:cNvPr>
            <p:cNvSpPr txBox="1"/>
            <p:nvPr/>
          </p:nvSpPr>
          <p:spPr>
            <a:xfrm>
              <a:off x="0" y="-38100"/>
              <a:ext cx="754140" cy="1199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D980CFA7-06A9-24E0-70C1-C4B554FE4B0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24698" y="3107075"/>
            <a:ext cx="4843915" cy="557671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0893067-FD44-1090-853D-653FB546F623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21184" b="13295"/>
          <a:stretch>
            <a:fillRect/>
          </a:stretch>
        </p:blipFill>
        <p:spPr>
          <a:xfrm>
            <a:off x="9546228" y="2747685"/>
            <a:ext cx="5007972" cy="6434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38680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1A1A1-0472-376C-C626-2357A2DE1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DBD3212-B56A-18DF-7ED0-7122EA743504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CE299455-EFEA-EB5C-F4AB-0609B5A0C9BA}"/>
              </a:ext>
            </a:extLst>
          </p:cNvPr>
          <p:cNvSpPr/>
          <p:nvPr/>
        </p:nvSpPr>
        <p:spPr>
          <a:xfrm>
            <a:off x="16215986" y="7786532"/>
            <a:ext cx="7315200" cy="2500468"/>
          </a:xfrm>
          <a:custGeom>
            <a:avLst/>
            <a:gdLst/>
            <a:ahLst/>
            <a:cxnLst/>
            <a:rect l="l" t="t" r="r" b="b"/>
            <a:pathLst>
              <a:path w="7315200" h="2500468">
                <a:moveTo>
                  <a:pt x="0" y="0"/>
                </a:moveTo>
                <a:lnTo>
                  <a:pt x="7315200" y="0"/>
                </a:lnTo>
                <a:lnTo>
                  <a:pt x="7315200" y="2500468"/>
                </a:lnTo>
                <a:lnTo>
                  <a:pt x="0" y="25004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3DB85D4E-ACA2-F9EA-E5E1-E98F0123EC76}"/>
              </a:ext>
            </a:extLst>
          </p:cNvPr>
          <p:cNvSpPr/>
          <p:nvPr/>
        </p:nvSpPr>
        <p:spPr>
          <a:xfrm>
            <a:off x="-1073922" y="8911412"/>
            <a:ext cx="7315200" cy="2500468"/>
          </a:xfrm>
          <a:custGeom>
            <a:avLst/>
            <a:gdLst/>
            <a:ahLst/>
            <a:cxnLst/>
            <a:rect l="l" t="t" r="r" b="b"/>
            <a:pathLst>
              <a:path w="7315200" h="2500468">
                <a:moveTo>
                  <a:pt x="0" y="0"/>
                </a:moveTo>
                <a:lnTo>
                  <a:pt x="7315200" y="0"/>
                </a:lnTo>
                <a:lnTo>
                  <a:pt x="7315200" y="2500468"/>
                </a:lnTo>
                <a:lnTo>
                  <a:pt x="0" y="25004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FD01CB75-31A4-7AF0-5E18-A777DE60AB23}"/>
              </a:ext>
            </a:extLst>
          </p:cNvPr>
          <p:cNvSpPr/>
          <p:nvPr/>
        </p:nvSpPr>
        <p:spPr>
          <a:xfrm>
            <a:off x="15791737" y="537985"/>
            <a:ext cx="7315200" cy="2500468"/>
          </a:xfrm>
          <a:custGeom>
            <a:avLst/>
            <a:gdLst/>
            <a:ahLst/>
            <a:cxnLst/>
            <a:rect l="l" t="t" r="r" b="b"/>
            <a:pathLst>
              <a:path w="7315200" h="2500468">
                <a:moveTo>
                  <a:pt x="0" y="0"/>
                </a:moveTo>
                <a:lnTo>
                  <a:pt x="7315200" y="0"/>
                </a:lnTo>
                <a:lnTo>
                  <a:pt x="7315200" y="2500468"/>
                </a:lnTo>
                <a:lnTo>
                  <a:pt x="0" y="25004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A2C5DD98-EF38-C05C-EA91-5E20104F3A20}"/>
              </a:ext>
            </a:extLst>
          </p:cNvPr>
          <p:cNvSpPr/>
          <p:nvPr/>
        </p:nvSpPr>
        <p:spPr>
          <a:xfrm>
            <a:off x="-5030918" y="537985"/>
            <a:ext cx="7315200" cy="2500468"/>
          </a:xfrm>
          <a:custGeom>
            <a:avLst/>
            <a:gdLst/>
            <a:ahLst/>
            <a:cxnLst/>
            <a:rect l="l" t="t" r="r" b="b"/>
            <a:pathLst>
              <a:path w="7315200" h="2500468">
                <a:moveTo>
                  <a:pt x="0" y="0"/>
                </a:moveTo>
                <a:lnTo>
                  <a:pt x="7315200" y="0"/>
                </a:lnTo>
                <a:lnTo>
                  <a:pt x="7315200" y="2500468"/>
                </a:lnTo>
                <a:lnTo>
                  <a:pt x="0" y="25004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>
            <a:extLst>
              <a:ext uri="{FF2B5EF4-FFF2-40B4-BE49-F238E27FC236}">
                <a16:creationId xmlns:a16="http://schemas.microsoft.com/office/drawing/2014/main" id="{98AF4948-6A58-F485-E117-DDA42396881E}"/>
              </a:ext>
            </a:extLst>
          </p:cNvPr>
          <p:cNvGrpSpPr/>
          <p:nvPr/>
        </p:nvGrpSpPr>
        <p:grpSpPr>
          <a:xfrm>
            <a:off x="3818833" y="2115449"/>
            <a:ext cx="5065533" cy="7330998"/>
            <a:chOff x="0" y="0"/>
            <a:chExt cx="3097341" cy="1818331"/>
          </a:xfrm>
        </p:grpSpPr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1AAE7B44-FB46-5AE2-5E43-409ADED3FB37}"/>
                </a:ext>
              </a:extLst>
            </p:cNvPr>
            <p:cNvSpPr/>
            <p:nvPr/>
          </p:nvSpPr>
          <p:spPr>
            <a:xfrm>
              <a:off x="0" y="0"/>
              <a:ext cx="3097341" cy="1818331"/>
            </a:xfrm>
            <a:custGeom>
              <a:avLst/>
              <a:gdLst/>
              <a:ahLst/>
              <a:cxnLst/>
              <a:rect l="l" t="t" r="r" b="b"/>
              <a:pathLst>
                <a:path w="3097341" h="1818331">
                  <a:moveTo>
                    <a:pt x="15712" y="0"/>
                  </a:moveTo>
                  <a:lnTo>
                    <a:pt x="3081628" y="0"/>
                  </a:lnTo>
                  <a:cubicBezTo>
                    <a:pt x="3085796" y="0"/>
                    <a:pt x="3089792" y="1655"/>
                    <a:pt x="3092739" y="4602"/>
                  </a:cubicBezTo>
                  <a:cubicBezTo>
                    <a:pt x="3095685" y="7549"/>
                    <a:pt x="3097341" y="11545"/>
                    <a:pt x="3097341" y="15712"/>
                  </a:cubicBezTo>
                  <a:lnTo>
                    <a:pt x="3097341" y="1802619"/>
                  </a:lnTo>
                  <a:cubicBezTo>
                    <a:pt x="3097341" y="1806786"/>
                    <a:pt x="3095685" y="1810782"/>
                    <a:pt x="3092739" y="1813729"/>
                  </a:cubicBezTo>
                  <a:cubicBezTo>
                    <a:pt x="3089792" y="1816676"/>
                    <a:pt x="3085796" y="1818331"/>
                    <a:pt x="3081628" y="1818331"/>
                  </a:cubicBezTo>
                  <a:lnTo>
                    <a:pt x="15712" y="1818331"/>
                  </a:lnTo>
                  <a:cubicBezTo>
                    <a:pt x="7035" y="1818331"/>
                    <a:pt x="0" y="1811297"/>
                    <a:pt x="0" y="1802619"/>
                  </a:cubicBezTo>
                  <a:lnTo>
                    <a:pt x="0" y="15712"/>
                  </a:lnTo>
                  <a:cubicBezTo>
                    <a:pt x="0" y="7035"/>
                    <a:pt x="7035" y="0"/>
                    <a:pt x="15712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6E85"/>
              </a:solidFill>
              <a:prstDash val="solid"/>
              <a:round/>
            </a:ln>
          </p:spPr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E50F12DA-7FDF-2BFD-2ACA-55597A9E4D14}"/>
                </a:ext>
              </a:extLst>
            </p:cNvPr>
            <p:cNvSpPr txBox="1"/>
            <p:nvPr/>
          </p:nvSpPr>
          <p:spPr>
            <a:xfrm>
              <a:off x="0" y="-38100"/>
              <a:ext cx="3097341" cy="18564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31699704-E923-3E56-CB32-E0F0579F3F1F}"/>
              </a:ext>
            </a:extLst>
          </p:cNvPr>
          <p:cNvGrpSpPr/>
          <p:nvPr/>
        </p:nvGrpSpPr>
        <p:grpSpPr>
          <a:xfrm>
            <a:off x="3808949" y="2107623"/>
            <a:ext cx="5075415" cy="512782"/>
            <a:chOff x="0" y="0"/>
            <a:chExt cx="3099849" cy="153496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8C2665C6-CAD4-686C-0E2E-56A27EBC9011}"/>
                </a:ext>
              </a:extLst>
            </p:cNvPr>
            <p:cNvSpPr/>
            <p:nvPr/>
          </p:nvSpPr>
          <p:spPr>
            <a:xfrm>
              <a:off x="0" y="0"/>
              <a:ext cx="3099849" cy="153496"/>
            </a:xfrm>
            <a:custGeom>
              <a:avLst/>
              <a:gdLst/>
              <a:ahLst/>
              <a:cxnLst/>
              <a:rect l="l" t="t" r="r" b="b"/>
              <a:pathLst>
                <a:path w="3099849" h="153496">
                  <a:moveTo>
                    <a:pt x="7476" y="0"/>
                  </a:moveTo>
                  <a:lnTo>
                    <a:pt x="3092373" y="0"/>
                  </a:lnTo>
                  <a:cubicBezTo>
                    <a:pt x="3096502" y="0"/>
                    <a:pt x="3099849" y="3347"/>
                    <a:pt x="3099849" y="7476"/>
                  </a:cubicBezTo>
                  <a:lnTo>
                    <a:pt x="3099849" y="146020"/>
                  </a:lnTo>
                  <a:cubicBezTo>
                    <a:pt x="3099849" y="148003"/>
                    <a:pt x="3099062" y="149904"/>
                    <a:pt x="3097660" y="151306"/>
                  </a:cubicBezTo>
                  <a:cubicBezTo>
                    <a:pt x="3096258" y="152708"/>
                    <a:pt x="3094356" y="153496"/>
                    <a:pt x="3092373" y="153496"/>
                  </a:cubicBezTo>
                  <a:lnTo>
                    <a:pt x="7476" y="153496"/>
                  </a:lnTo>
                  <a:cubicBezTo>
                    <a:pt x="5493" y="153496"/>
                    <a:pt x="3592" y="152708"/>
                    <a:pt x="2190" y="151306"/>
                  </a:cubicBezTo>
                  <a:cubicBezTo>
                    <a:pt x="788" y="149904"/>
                    <a:pt x="0" y="148003"/>
                    <a:pt x="0" y="146020"/>
                  </a:cubicBezTo>
                  <a:lnTo>
                    <a:pt x="0" y="7476"/>
                  </a:lnTo>
                  <a:cubicBezTo>
                    <a:pt x="0" y="3347"/>
                    <a:pt x="3347" y="0"/>
                    <a:pt x="7476" y="0"/>
                  </a:cubicBezTo>
                  <a:close/>
                </a:path>
              </a:pathLst>
            </a:custGeom>
            <a:solidFill>
              <a:srgbClr val="D5BFE4"/>
            </a:solidFill>
            <a:ln w="19050" cap="sq">
              <a:solidFill>
                <a:srgbClr val="006E85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9C9370E6-F926-0BE8-63E1-93B1F2F8A3DA}"/>
                </a:ext>
              </a:extLst>
            </p:cNvPr>
            <p:cNvSpPr txBox="1"/>
            <p:nvPr/>
          </p:nvSpPr>
          <p:spPr>
            <a:xfrm>
              <a:off x="0" y="-38100"/>
              <a:ext cx="3099849" cy="1915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6C3B3E7B-B0EF-6157-72C1-2A70D33FB075}"/>
              </a:ext>
            </a:extLst>
          </p:cNvPr>
          <p:cNvGrpSpPr/>
          <p:nvPr/>
        </p:nvGrpSpPr>
        <p:grpSpPr>
          <a:xfrm>
            <a:off x="7537643" y="2242882"/>
            <a:ext cx="1199951" cy="273441"/>
            <a:chOff x="0" y="0"/>
            <a:chExt cx="754140" cy="81852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0D52DB88-16DE-5B0A-D7D0-83D80BC4D4E9}"/>
                </a:ext>
              </a:extLst>
            </p:cNvPr>
            <p:cNvSpPr/>
            <p:nvPr/>
          </p:nvSpPr>
          <p:spPr>
            <a:xfrm>
              <a:off x="0" y="0"/>
              <a:ext cx="754140" cy="81852"/>
            </a:xfrm>
            <a:custGeom>
              <a:avLst/>
              <a:gdLst/>
              <a:ahLst/>
              <a:cxnLst/>
              <a:rect l="l" t="t" r="r" b="b"/>
              <a:pathLst>
                <a:path w="754140" h="81852">
                  <a:moveTo>
                    <a:pt x="30730" y="0"/>
                  </a:moveTo>
                  <a:lnTo>
                    <a:pt x="723410" y="0"/>
                  </a:lnTo>
                  <a:cubicBezTo>
                    <a:pt x="731560" y="0"/>
                    <a:pt x="739376" y="3238"/>
                    <a:pt x="745139" y="9001"/>
                  </a:cubicBezTo>
                  <a:cubicBezTo>
                    <a:pt x="750902" y="14764"/>
                    <a:pt x="754140" y="22580"/>
                    <a:pt x="754140" y="30730"/>
                  </a:cubicBezTo>
                  <a:lnTo>
                    <a:pt x="754140" y="51122"/>
                  </a:lnTo>
                  <a:cubicBezTo>
                    <a:pt x="754140" y="68093"/>
                    <a:pt x="740381" y="81852"/>
                    <a:pt x="723410" y="81852"/>
                  </a:cubicBezTo>
                  <a:lnTo>
                    <a:pt x="30730" y="81852"/>
                  </a:lnTo>
                  <a:cubicBezTo>
                    <a:pt x="22580" y="81852"/>
                    <a:pt x="14764" y="78614"/>
                    <a:pt x="9001" y="72851"/>
                  </a:cubicBezTo>
                  <a:cubicBezTo>
                    <a:pt x="3238" y="67088"/>
                    <a:pt x="0" y="59272"/>
                    <a:pt x="0" y="51122"/>
                  </a:cubicBezTo>
                  <a:lnTo>
                    <a:pt x="0" y="30730"/>
                  </a:lnTo>
                  <a:cubicBezTo>
                    <a:pt x="0" y="22580"/>
                    <a:pt x="3238" y="14764"/>
                    <a:pt x="9001" y="9001"/>
                  </a:cubicBezTo>
                  <a:cubicBezTo>
                    <a:pt x="14764" y="3238"/>
                    <a:pt x="22580" y="0"/>
                    <a:pt x="3073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6E85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8CC54EA2-88EF-5DBE-7445-E3B274307EA7}"/>
                </a:ext>
              </a:extLst>
            </p:cNvPr>
            <p:cNvSpPr txBox="1"/>
            <p:nvPr/>
          </p:nvSpPr>
          <p:spPr>
            <a:xfrm>
              <a:off x="0" y="-38100"/>
              <a:ext cx="754140" cy="1199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5" name="Freeform 25">
            <a:extLst>
              <a:ext uri="{FF2B5EF4-FFF2-40B4-BE49-F238E27FC236}">
                <a16:creationId xmlns:a16="http://schemas.microsoft.com/office/drawing/2014/main" id="{B2A28212-EC7F-630B-3634-BD2E2C0E341F}"/>
              </a:ext>
            </a:extLst>
          </p:cNvPr>
          <p:cNvSpPr/>
          <p:nvPr/>
        </p:nvSpPr>
        <p:spPr>
          <a:xfrm rot="719075">
            <a:off x="15566542" y="9088334"/>
            <a:ext cx="596943" cy="955109"/>
          </a:xfrm>
          <a:custGeom>
            <a:avLst/>
            <a:gdLst/>
            <a:ahLst/>
            <a:cxnLst/>
            <a:rect l="l" t="t" r="r" b="b"/>
            <a:pathLst>
              <a:path w="596943" h="955109">
                <a:moveTo>
                  <a:pt x="0" y="0"/>
                </a:moveTo>
                <a:lnTo>
                  <a:pt x="596943" y="0"/>
                </a:lnTo>
                <a:lnTo>
                  <a:pt x="596943" y="955109"/>
                </a:lnTo>
                <a:lnTo>
                  <a:pt x="0" y="9551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27" name="Group 27">
            <a:extLst>
              <a:ext uri="{FF2B5EF4-FFF2-40B4-BE49-F238E27FC236}">
                <a16:creationId xmlns:a16="http://schemas.microsoft.com/office/drawing/2014/main" id="{C8A3254A-8FAD-0368-1F96-57E882FC3860}"/>
              </a:ext>
            </a:extLst>
          </p:cNvPr>
          <p:cNvGrpSpPr/>
          <p:nvPr/>
        </p:nvGrpSpPr>
        <p:grpSpPr>
          <a:xfrm rot="-196716">
            <a:off x="14838671" y="623670"/>
            <a:ext cx="618045" cy="618045"/>
            <a:chOff x="0" y="0"/>
            <a:chExt cx="812800" cy="812800"/>
          </a:xfrm>
        </p:grpSpPr>
        <p:sp>
          <p:nvSpPr>
            <p:cNvPr id="28" name="Freeform 28">
              <a:extLst>
                <a:ext uri="{FF2B5EF4-FFF2-40B4-BE49-F238E27FC236}">
                  <a16:creationId xmlns:a16="http://schemas.microsoft.com/office/drawing/2014/main" id="{92141249-E778-4677-D1C5-0C05392B5154}"/>
                </a:ext>
              </a:extLst>
            </p:cNvPr>
            <p:cNvSpPr/>
            <p:nvPr/>
          </p:nvSpPr>
          <p:spPr>
            <a:xfrm>
              <a:off x="47864" y="47864"/>
              <a:ext cx="717071" cy="717071"/>
            </a:xfrm>
            <a:custGeom>
              <a:avLst/>
              <a:gdLst/>
              <a:ahLst/>
              <a:cxnLst/>
              <a:rect l="l" t="t" r="r" b="b"/>
              <a:pathLst>
                <a:path w="717071" h="717071">
                  <a:moveTo>
                    <a:pt x="390321" y="20243"/>
                  </a:moveTo>
                  <a:lnTo>
                    <a:pt x="456066" y="161114"/>
                  </a:lnTo>
                  <a:cubicBezTo>
                    <a:pt x="476599" y="205109"/>
                    <a:pt x="511962" y="240473"/>
                    <a:pt x="555958" y="261006"/>
                  </a:cubicBezTo>
                  <a:lnTo>
                    <a:pt x="696829" y="326751"/>
                  </a:lnTo>
                  <a:cubicBezTo>
                    <a:pt x="709178" y="332514"/>
                    <a:pt x="717072" y="344908"/>
                    <a:pt x="717072" y="358536"/>
                  </a:cubicBezTo>
                  <a:cubicBezTo>
                    <a:pt x="717072" y="372164"/>
                    <a:pt x="709178" y="384558"/>
                    <a:pt x="696829" y="390321"/>
                  </a:cubicBezTo>
                  <a:lnTo>
                    <a:pt x="555958" y="456066"/>
                  </a:lnTo>
                  <a:cubicBezTo>
                    <a:pt x="511962" y="476599"/>
                    <a:pt x="476599" y="511962"/>
                    <a:pt x="456066" y="555958"/>
                  </a:cubicBezTo>
                  <a:lnTo>
                    <a:pt x="390321" y="696829"/>
                  </a:lnTo>
                  <a:cubicBezTo>
                    <a:pt x="384558" y="709178"/>
                    <a:pt x="372164" y="717072"/>
                    <a:pt x="358536" y="717072"/>
                  </a:cubicBezTo>
                  <a:cubicBezTo>
                    <a:pt x="344908" y="717072"/>
                    <a:pt x="332514" y="709178"/>
                    <a:pt x="326751" y="696829"/>
                  </a:cubicBezTo>
                  <a:lnTo>
                    <a:pt x="261006" y="555958"/>
                  </a:lnTo>
                  <a:cubicBezTo>
                    <a:pt x="240473" y="511962"/>
                    <a:pt x="205109" y="476599"/>
                    <a:pt x="161114" y="456066"/>
                  </a:cubicBezTo>
                  <a:lnTo>
                    <a:pt x="20243" y="390321"/>
                  </a:lnTo>
                  <a:cubicBezTo>
                    <a:pt x="7894" y="384558"/>
                    <a:pt x="0" y="372164"/>
                    <a:pt x="0" y="358536"/>
                  </a:cubicBezTo>
                  <a:cubicBezTo>
                    <a:pt x="0" y="344908"/>
                    <a:pt x="7894" y="332514"/>
                    <a:pt x="20243" y="326751"/>
                  </a:cubicBezTo>
                  <a:lnTo>
                    <a:pt x="161114" y="261006"/>
                  </a:lnTo>
                  <a:cubicBezTo>
                    <a:pt x="205109" y="240473"/>
                    <a:pt x="240473" y="205109"/>
                    <a:pt x="261006" y="161114"/>
                  </a:cubicBezTo>
                  <a:lnTo>
                    <a:pt x="326751" y="20243"/>
                  </a:lnTo>
                  <a:cubicBezTo>
                    <a:pt x="332514" y="7894"/>
                    <a:pt x="344908" y="0"/>
                    <a:pt x="358536" y="0"/>
                  </a:cubicBezTo>
                  <a:cubicBezTo>
                    <a:pt x="372164" y="0"/>
                    <a:pt x="384558" y="7894"/>
                    <a:pt x="390321" y="20243"/>
                  </a:cubicBezTo>
                  <a:close/>
                </a:path>
              </a:pathLst>
            </a:custGeom>
            <a:solidFill>
              <a:srgbClr val="FFEBB5"/>
            </a:solidFill>
            <a:ln w="19050" cap="sq">
              <a:solidFill>
                <a:srgbClr val="313131"/>
              </a:solidFill>
              <a:prstDash val="solid"/>
              <a:miter/>
            </a:ln>
          </p:spPr>
        </p:sp>
        <p:sp>
          <p:nvSpPr>
            <p:cNvPr id="29" name="TextBox 29">
              <a:extLst>
                <a:ext uri="{FF2B5EF4-FFF2-40B4-BE49-F238E27FC236}">
                  <a16:creationId xmlns:a16="http://schemas.microsoft.com/office/drawing/2014/main" id="{54944F51-51D9-C6F9-C039-F6BD1AC61345}"/>
                </a:ext>
              </a:extLst>
            </p:cNvPr>
            <p:cNvSpPr txBox="1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0" name="Group 30">
            <a:extLst>
              <a:ext uri="{FF2B5EF4-FFF2-40B4-BE49-F238E27FC236}">
                <a16:creationId xmlns:a16="http://schemas.microsoft.com/office/drawing/2014/main" id="{7A21B0EF-FB0D-B173-46E4-FDF0F0A71EE8}"/>
              </a:ext>
            </a:extLst>
          </p:cNvPr>
          <p:cNvGrpSpPr/>
          <p:nvPr/>
        </p:nvGrpSpPr>
        <p:grpSpPr>
          <a:xfrm rot="767333">
            <a:off x="1303327" y="6853792"/>
            <a:ext cx="548677" cy="548677"/>
            <a:chOff x="0" y="0"/>
            <a:chExt cx="812800" cy="812800"/>
          </a:xfrm>
        </p:grpSpPr>
        <p:sp>
          <p:nvSpPr>
            <p:cNvPr id="31" name="Freeform 31">
              <a:extLst>
                <a:ext uri="{FF2B5EF4-FFF2-40B4-BE49-F238E27FC236}">
                  <a16:creationId xmlns:a16="http://schemas.microsoft.com/office/drawing/2014/main" id="{7CBA9EFB-2106-5219-3F8A-6980B4903349}"/>
                </a:ext>
              </a:extLst>
            </p:cNvPr>
            <p:cNvSpPr/>
            <p:nvPr/>
          </p:nvSpPr>
          <p:spPr>
            <a:xfrm>
              <a:off x="53916" y="53916"/>
              <a:ext cx="704968" cy="704968"/>
            </a:xfrm>
            <a:custGeom>
              <a:avLst/>
              <a:gdLst/>
              <a:ahLst/>
              <a:cxnLst/>
              <a:rect l="l" t="t" r="r" b="b"/>
              <a:pathLst>
                <a:path w="704968" h="704968">
                  <a:moveTo>
                    <a:pt x="388288" y="22801"/>
                  </a:moveTo>
                  <a:lnTo>
                    <a:pt x="445995" y="146451"/>
                  </a:lnTo>
                  <a:cubicBezTo>
                    <a:pt x="469124" y="196009"/>
                    <a:pt x="508959" y="235844"/>
                    <a:pt x="558517" y="258973"/>
                  </a:cubicBezTo>
                  <a:lnTo>
                    <a:pt x="682167" y="316680"/>
                  </a:lnTo>
                  <a:cubicBezTo>
                    <a:pt x="696077" y="323172"/>
                    <a:pt x="704968" y="337133"/>
                    <a:pt x="704968" y="352484"/>
                  </a:cubicBezTo>
                  <a:cubicBezTo>
                    <a:pt x="704968" y="367835"/>
                    <a:pt x="696077" y="381796"/>
                    <a:pt x="682167" y="388288"/>
                  </a:cubicBezTo>
                  <a:lnTo>
                    <a:pt x="558517" y="445995"/>
                  </a:lnTo>
                  <a:cubicBezTo>
                    <a:pt x="508959" y="469124"/>
                    <a:pt x="469124" y="508959"/>
                    <a:pt x="445995" y="558517"/>
                  </a:cubicBezTo>
                  <a:lnTo>
                    <a:pt x="388288" y="682167"/>
                  </a:lnTo>
                  <a:cubicBezTo>
                    <a:pt x="381796" y="696077"/>
                    <a:pt x="367835" y="704968"/>
                    <a:pt x="352484" y="704968"/>
                  </a:cubicBezTo>
                  <a:cubicBezTo>
                    <a:pt x="337133" y="704968"/>
                    <a:pt x="323172" y="696077"/>
                    <a:pt x="316680" y="682167"/>
                  </a:cubicBezTo>
                  <a:lnTo>
                    <a:pt x="258973" y="558517"/>
                  </a:lnTo>
                  <a:cubicBezTo>
                    <a:pt x="235844" y="508959"/>
                    <a:pt x="196009" y="469124"/>
                    <a:pt x="146451" y="445995"/>
                  </a:cubicBezTo>
                  <a:lnTo>
                    <a:pt x="22801" y="388288"/>
                  </a:lnTo>
                  <a:cubicBezTo>
                    <a:pt x="8891" y="381796"/>
                    <a:pt x="0" y="367835"/>
                    <a:pt x="0" y="352484"/>
                  </a:cubicBezTo>
                  <a:cubicBezTo>
                    <a:pt x="0" y="337133"/>
                    <a:pt x="8891" y="323172"/>
                    <a:pt x="22801" y="316680"/>
                  </a:cubicBezTo>
                  <a:lnTo>
                    <a:pt x="146451" y="258973"/>
                  </a:lnTo>
                  <a:cubicBezTo>
                    <a:pt x="196009" y="235844"/>
                    <a:pt x="235844" y="196009"/>
                    <a:pt x="258973" y="146451"/>
                  </a:cubicBezTo>
                  <a:lnTo>
                    <a:pt x="316680" y="22801"/>
                  </a:lnTo>
                  <a:cubicBezTo>
                    <a:pt x="323172" y="8891"/>
                    <a:pt x="337133" y="0"/>
                    <a:pt x="352484" y="0"/>
                  </a:cubicBezTo>
                  <a:cubicBezTo>
                    <a:pt x="367835" y="0"/>
                    <a:pt x="381796" y="8891"/>
                    <a:pt x="388288" y="22801"/>
                  </a:cubicBezTo>
                  <a:close/>
                </a:path>
              </a:pathLst>
            </a:custGeom>
            <a:solidFill>
              <a:srgbClr val="FFEBB5"/>
            </a:solidFill>
            <a:ln w="19050" cap="sq">
              <a:solidFill>
                <a:srgbClr val="313131"/>
              </a:solidFill>
              <a:prstDash val="solid"/>
              <a:miter/>
            </a:ln>
          </p:spPr>
        </p:sp>
        <p:sp>
          <p:nvSpPr>
            <p:cNvPr id="32" name="TextBox 32">
              <a:extLst>
                <a:ext uri="{FF2B5EF4-FFF2-40B4-BE49-F238E27FC236}">
                  <a16:creationId xmlns:a16="http://schemas.microsoft.com/office/drawing/2014/main" id="{13C994F6-8F89-039C-845A-D99F6CAA0775}"/>
                </a:ext>
              </a:extLst>
            </p:cNvPr>
            <p:cNvSpPr txBox="1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3" name="Group 33">
            <a:extLst>
              <a:ext uri="{FF2B5EF4-FFF2-40B4-BE49-F238E27FC236}">
                <a16:creationId xmlns:a16="http://schemas.microsoft.com/office/drawing/2014/main" id="{EC3B6AAD-AF35-8E8E-47BF-B4461EAEAD32}"/>
              </a:ext>
            </a:extLst>
          </p:cNvPr>
          <p:cNvGrpSpPr/>
          <p:nvPr/>
        </p:nvGrpSpPr>
        <p:grpSpPr>
          <a:xfrm rot="-196716">
            <a:off x="16950277" y="5298637"/>
            <a:ext cx="618045" cy="618045"/>
            <a:chOff x="0" y="0"/>
            <a:chExt cx="812800" cy="812800"/>
          </a:xfrm>
        </p:grpSpPr>
        <p:sp>
          <p:nvSpPr>
            <p:cNvPr id="34" name="Freeform 34">
              <a:extLst>
                <a:ext uri="{FF2B5EF4-FFF2-40B4-BE49-F238E27FC236}">
                  <a16:creationId xmlns:a16="http://schemas.microsoft.com/office/drawing/2014/main" id="{080EF0B4-19A7-1FAA-438B-B310A3B79444}"/>
                </a:ext>
              </a:extLst>
            </p:cNvPr>
            <p:cNvSpPr/>
            <p:nvPr/>
          </p:nvSpPr>
          <p:spPr>
            <a:xfrm>
              <a:off x="47864" y="47864"/>
              <a:ext cx="717071" cy="717071"/>
            </a:xfrm>
            <a:custGeom>
              <a:avLst/>
              <a:gdLst/>
              <a:ahLst/>
              <a:cxnLst/>
              <a:rect l="l" t="t" r="r" b="b"/>
              <a:pathLst>
                <a:path w="717071" h="717071">
                  <a:moveTo>
                    <a:pt x="390321" y="20243"/>
                  </a:moveTo>
                  <a:lnTo>
                    <a:pt x="456066" y="161114"/>
                  </a:lnTo>
                  <a:cubicBezTo>
                    <a:pt x="476599" y="205109"/>
                    <a:pt x="511962" y="240473"/>
                    <a:pt x="555958" y="261006"/>
                  </a:cubicBezTo>
                  <a:lnTo>
                    <a:pt x="696829" y="326751"/>
                  </a:lnTo>
                  <a:cubicBezTo>
                    <a:pt x="709178" y="332514"/>
                    <a:pt x="717072" y="344908"/>
                    <a:pt x="717072" y="358536"/>
                  </a:cubicBezTo>
                  <a:cubicBezTo>
                    <a:pt x="717072" y="372164"/>
                    <a:pt x="709178" y="384558"/>
                    <a:pt x="696829" y="390321"/>
                  </a:cubicBezTo>
                  <a:lnTo>
                    <a:pt x="555958" y="456066"/>
                  </a:lnTo>
                  <a:cubicBezTo>
                    <a:pt x="511962" y="476599"/>
                    <a:pt x="476599" y="511962"/>
                    <a:pt x="456066" y="555958"/>
                  </a:cubicBezTo>
                  <a:lnTo>
                    <a:pt x="390321" y="696829"/>
                  </a:lnTo>
                  <a:cubicBezTo>
                    <a:pt x="384558" y="709178"/>
                    <a:pt x="372164" y="717072"/>
                    <a:pt x="358536" y="717072"/>
                  </a:cubicBezTo>
                  <a:cubicBezTo>
                    <a:pt x="344908" y="717072"/>
                    <a:pt x="332514" y="709178"/>
                    <a:pt x="326751" y="696829"/>
                  </a:cubicBezTo>
                  <a:lnTo>
                    <a:pt x="261006" y="555958"/>
                  </a:lnTo>
                  <a:cubicBezTo>
                    <a:pt x="240473" y="511962"/>
                    <a:pt x="205109" y="476599"/>
                    <a:pt x="161114" y="456066"/>
                  </a:cubicBezTo>
                  <a:lnTo>
                    <a:pt x="20243" y="390321"/>
                  </a:lnTo>
                  <a:cubicBezTo>
                    <a:pt x="7894" y="384558"/>
                    <a:pt x="0" y="372164"/>
                    <a:pt x="0" y="358536"/>
                  </a:cubicBezTo>
                  <a:cubicBezTo>
                    <a:pt x="0" y="344908"/>
                    <a:pt x="7894" y="332514"/>
                    <a:pt x="20243" y="326751"/>
                  </a:cubicBezTo>
                  <a:lnTo>
                    <a:pt x="161114" y="261006"/>
                  </a:lnTo>
                  <a:cubicBezTo>
                    <a:pt x="205109" y="240473"/>
                    <a:pt x="240473" y="205109"/>
                    <a:pt x="261006" y="161114"/>
                  </a:cubicBezTo>
                  <a:lnTo>
                    <a:pt x="326751" y="20243"/>
                  </a:lnTo>
                  <a:cubicBezTo>
                    <a:pt x="332514" y="7894"/>
                    <a:pt x="344908" y="0"/>
                    <a:pt x="358536" y="0"/>
                  </a:cubicBezTo>
                  <a:cubicBezTo>
                    <a:pt x="372164" y="0"/>
                    <a:pt x="384558" y="7894"/>
                    <a:pt x="390321" y="20243"/>
                  </a:cubicBezTo>
                  <a:close/>
                </a:path>
              </a:pathLst>
            </a:custGeom>
            <a:solidFill>
              <a:srgbClr val="FFEBB5"/>
            </a:solidFill>
            <a:ln w="19050" cap="sq">
              <a:solidFill>
                <a:srgbClr val="313131"/>
              </a:solidFill>
              <a:prstDash val="solid"/>
              <a:miter/>
            </a:ln>
          </p:spPr>
        </p:sp>
        <p:sp>
          <p:nvSpPr>
            <p:cNvPr id="35" name="TextBox 35">
              <a:extLst>
                <a:ext uri="{FF2B5EF4-FFF2-40B4-BE49-F238E27FC236}">
                  <a16:creationId xmlns:a16="http://schemas.microsoft.com/office/drawing/2014/main" id="{EE0C6C70-EB14-3D97-07EF-06B68362C818}"/>
                </a:ext>
              </a:extLst>
            </p:cNvPr>
            <p:cNvSpPr txBox="1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6" name="Group 36">
            <a:extLst>
              <a:ext uri="{FF2B5EF4-FFF2-40B4-BE49-F238E27FC236}">
                <a16:creationId xmlns:a16="http://schemas.microsoft.com/office/drawing/2014/main" id="{C568923D-96DC-DEEF-0EEE-CF278A01E4CE}"/>
              </a:ext>
            </a:extLst>
          </p:cNvPr>
          <p:cNvGrpSpPr/>
          <p:nvPr/>
        </p:nvGrpSpPr>
        <p:grpSpPr>
          <a:xfrm>
            <a:off x="1757748" y="1211592"/>
            <a:ext cx="7705813" cy="411477"/>
            <a:chOff x="0" y="0"/>
            <a:chExt cx="1784303" cy="108372"/>
          </a:xfrm>
        </p:grpSpPr>
        <p:sp>
          <p:nvSpPr>
            <p:cNvPr id="37" name="Freeform 37">
              <a:extLst>
                <a:ext uri="{FF2B5EF4-FFF2-40B4-BE49-F238E27FC236}">
                  <a16:creationId xmlns:a16="http://schemas.microsoft.com/office/drawing/2014/main" id="{D0805B0D-D0F9-4432-4E91-D625844E1312}"/>
                </a:ext>
              </a:extLst>
            </p:cNvPr>
            <p:cNvSpPr/>
            <p:nvPr/>
          </p:nvSpPr>
          <p:spPr>
            <a:xfrm>
              <a:off x="0" y="0"/>
              <a:ext cx="1784303" cy="108372"/>
            </a:xfrm>
            <a:custGeom>
              <a:avLst/>
              <a:gdLst/>
              <a:ahLst/>
              <a:cxnLst/>
              <a:rect l="l" t="t" r="r" b="b"/>
              <a:pathLst>
                <a:path w="1784303" h="108372">
                  <a:moveTo>
                    <a:pt x="0" y="0"/>
                  </a:moveTo>
                  <a:lnTo>
                    <a:pt x="1784303" y="0"/>
                  </a:lnTo>
                  <a:lnTo>
                    <a:pt x="1784303" y="108372"/>
                  </a:lnTo>
                  <a:lnTo>
                    <a:pt x="0" y="108372"/>
                  </a:lnTo>
                  <a:close/>
                </a:path>
              </a:pathLst>
            </a:custGeom>
            <a:solidFill>
              <a:srgbClr val="A8DED6"/>
            </a:solidFill>
            <a:ln cap="sq">
              <a:noFill/>
              <a:prstDash val="solid"/>
              <a:miter/>
            </a:ln>
          </p:spPr>
        </p:sp>
        <p:sp>
          <p:nvSpPr>
            <p:cNvPr id="38" name="TextBox 38">
              <a:extLst>
                <a:ext uri="{FF2B5EF4-FFF2-40B4-BE49-F238E27FC236}">
                  <a16:creationId xmlns:a16="http://schemas.microsoft.com/office/drawing/2014/main" id="{3A759D54-655D-0E50-E4FA-E0194A451720}"/>
                </a:ext>
              </a:extLst>
            </p:cNvPr>
            <p:cNvSpPr txBox="1"/>
            <p:nvPr/>
          </p:nvSpPr>
          <p:spPr>
            <a:xfrm>
              <a:off x="0" y="-38100"/>
              <a:ext cx="1784303" cy="146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9" name="TextBox 39">
            <a:extLst>
              <a:ext uri="{FF2B5EF4-FFF2-40B4-BE49-F238E27FC236}">
                <a16:creationId xmlns:a16="http://schemas.microsoft.com/office/drawing/2014/main" id="{0C9CF62A-EBB2-362E-4737-F3FD221474E0}"/>
              </a:ext>
            </a:extLst>
          </p:cNvPr>
          <p:cNvSpPr txBox="1"/>
          <p:nvPr/>
        </p:nvSpPr>
        <p:spPr>
          <a:xfrm>
            <a:off x="1537044" y="995531"/>
            <a:ext cx="7694979" cy="6711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995"/>
              </a:lnSpc>
            </a:pPr>
            <a:r>
              <a:rPr lang="en-US" sz="4945" dirty="0">
                <a:solidFill>
                  <a:srgbClr val="000000"/>
                </a:solidFill>
                <a:latin typeface="Chunk Five"/>
                <a:ea typeface="Chunk Five"/>
                <a:cs typeface="Chunk Five"/>
                <a:sym typeface="Chunk Five"/>
              </a:rPr>
              <a:t>PETA LOKASI KIOS</a:t>
            </a:r>
          </a:p>
        </p:txBody>
      </p:sp>
      <p:grpSp>
        <p:nvGrpSpPr>
          <p:cNvPr id="48" name="Group 7">
            <a:extLst>
              <a:ext uri="{FF2B5EF4-FFF2-40B4-BE49-F238E27FC236}">
                <a16:creationId xmlns:a16="http://schemas.microsoft.com/office/drawing/2014/main" id="{C32D791A-0466-AED8-59FB-C02B600E2268}"/>
              </a:ext>
            </a:extLst>
          </p:cNvPr>
          <p:cNvGrpSpPr/>
          <p:nvPr/>
        </p:nvGrpSpPr>
        <p:grpSpPr>
          <a:xfrm>
            <a:off x="9407552" y="2115447"/>
            <a:ext cx="5262777" cy="7330999"/>
            <a:chOff x="0" y="0"/>
            <a:chExt cx="3097341" cy="1818331"/>
          </a:xfrm>
        </p:grpSpPr>
        <p:sp>
          <p:nvSpPr>
            <p:cNvPr id="49" name="Freeform 8">
              <a:extLst>
                <a:ext uri="{FF2B5EF4-FFF2-40B4-BE49-F238E27FC236}">
                  <a16:creationId xmlns:a16="http://schemas.microsoft.com/office/drawing/2014/main" id="{78D160AA-7BD0-6062-F64B-CEDFD97BA9BE}"/>
                </a:ext>
              </a:extLst>
            </p:cNvPr>
            <p:cNvSpPr/>
            <p:nvPr/>
          </p:nvSpPr>
          <p:spPr>
            <a:xfrm>
              <a:off x="0" y="0"/>
              <a:ext cx="3097341" cy="1818331"/>
            </a:xfrm>
            <a:custGeom>
              <a:avLst/>
              <a:gdLst/>
              <a:ahLst/>
              <a:cxnLst/>
              <a:rect l="l" t="t" r="r" b="b"/>
              <a:pathLst>
                <a:path w="3097341" h="1818331">
                  <a:moveTo>
                    <a:pt x="15712" y="0"/>
                  </a:moveTo>
                  <a:lnTo>
                    <a:pt x="3081628" y="0"/>
                  </a:lnTo>
                  <a:cubicBezTo>
                    <a:pt x="3085796" y="0"/>
                    <a:pt x="3089792" y="1655"/>
                    <a:pt x="3092739" y="4602"/>
                  </a:cubicBezTo>
                  <a:cubicBezTo>
                    <a:pt x="3095685" y="7549"/>
                    <a:pt x="3097341" y="11545"/>
                    <a:pt x="3097341" y="15712"/>
                  </a:cubicBezTo>
                  <a:lnTo>
                    <a:pt x="3097341" y="1802619"/>
                  </a:lnTo>
                  <a:cubicBezTo>
                    <a:pt x="3097341" y="1806786"/>
                    <a:pt x="3095685" y="1810782"/>
                    <a:pt x="3092739" y="1813729"/>
                  </a:cubicBezTo>
                  <a:cubicBezTo>
                    <a:pt x="3089792" y="1816676"/>
                    <a:pt x="3085796" y="1818331"/>
                    <a:pt x="3081628" y="1818331"/>
                  </a:cubicBezTo>
                  <a:lnTo>
                    <a:pt x="15712" y="1818331"/>
                  </a:lnTo>
                  <a:cubicBezTo>
                    <a:pt x="7035" y="1818331"/>
                    <a:pt x="0" y="1811297"/>
                    <a:pt x="0" y="1802619"/>
                  </a:cubicBezTo>
                  <a:lnTo>
                    <a:pt x="0" y="15712"/>
                  </a:lnTo>
                  <a:cubicBezTo>
                    <a:pt x="0" y="7035"/>
                    <a:pt x="7035" y="0"/>
                    <a:pt x="15712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6E85"/>
              </a:solidFill>
              <a:prstDash val="solid"/>
              <a:round/>
            </a:ln>
          </p:spPr>
        </p:sp>
        <p:sp>
          <p:nvSpPr>
            <p:cNvPr id="50" name="TextBox 9">
              <a:extLst>
                <a:ext uri="{FF2B5EF4-FFF2-40B4-BE49-F238E27FC236}">
                  <a16:creationId xmlns:a16="http://schemas.microsoft.com/office/drawing/2014/main" id="{34D30DEF-0F3E-0EA7-61A5-B3446C56FE5A}"/>
                </a:ext>
              </a:extLst>
            </p:cNvPr>
            <p:cNvSpPr txBox="1"/>
            <p:nvPr/>
          </p:nvSpPr>
          <p:spPr>
            <a:xfrm>
              <a:off x="0" y="-38100"/>
              <a:ext cx="3097341" cy="18564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1" name="Group 10">
            <a:extLst>
              <a:ext uri="{FF2B5EF4-FFF2-40B4-BE49-F238E27FC236}">
                <a16:creationId xmlns:a16="http://schemas.microsoft.com/office/drawing/2014/main" id="{C4E42A56-8E33-3AA1-CCCF-3E6B6B589A2C}"/>
              </a:ext>
            </a:extLst>
          </p:cNvPr>
          <p:cNvGrpSpPr/>
          <p:nvPr/>
        </p:nvGrpSpPr>
        <p:grpSpPr>
          <a:xfrm>
            <a:off x="9397792" y="2107622"/>
            <a:ext cx="5273044" cy="512782"/>
            <a:chOff x="0" y="0"/>
            <a:chExt cx="3099849" cy="153496"/>
          </a:xfrm>
        </p:grpSpPr>
        <p:sp>
          <p:nvSpPr>
            <p:cNvPr id="52" name="Freeform 11">
              <a:extLst>
                <a:ext uri="{FF2B5EF4-FFF2-40B4-BE49-F238E27FC236}">
                  <a16:creationId xmlns:a16="http://schemas.microsoft.com/office/drawing/2014/main" id="{A58B5F13-BEBD-000A-4BC1-D73EE1FB57F9}"/>
                </a:ext>
              </a:extLst>
            </p:cNvPr>
            <p:cNvSpPr/>
            <p:nvPr/>
          </p:nvSpPr>
          <p:spPr>
            <a:xfrm>
              <a:off x="0" y="0"/>
              <a:ext cx="3099849" cy="153496"/>
            </a:xfrm>
            <a:custGeom>
              <a:avLst/>
              <a:gdLst/>
              <a:ahLst/>
              <a:cxnLst/>
              <a:rect l="l" t="t" r="r" b="b"/>
              <a:pathLst>
                <a:path w="3099849" h="153496">
                  <a:moveTo>
                    <a:pt x="7476" y="0"/>
                  </a:moveTo>
                  <a:lnTo>
                    <a:pt x="3092373" y="0"/>
                  </a:lnTo>
                  <a:cubicBezTo>
                    <a:pt x="3096502" y="0"/>
                    <a:pt x="3099849" y="3347"/>
                    <a:pt x="3099849" y="7476"/>
                  </a:cubicBezTo>
                  <a:lnTo>
                    <a:pt x="3099849" y="146020"/>
                  </a:lnTo>
                  <a:cubicBezTo>
                    <a:pt x="3099849" y="148003"/>
                    <a:pt x="3099062" y="149904"/>
                    <a:pt x="3097660" y="151306"/>
                  </a:cubicBezTo>
                  <a:cubicBezTo>
                    <a:pt x="3096258" y="152708"/>
                    <a:pt x="3094356" y="153496"/>
                    <a:pt x="3092373" y="153496"/>
                  </a:cubicBezTo>
                  <a:lnTo>
                    <a:pt x="7476" y="153496"/>
                  </a:lnTo>
                  <a:cubicBezTo>
                    <a:pt x="5493" y="153496"/>
                    <a:pt x="3592" y="152708"/>
                    <a:pt x="2190" y="151306"/>
                  </a:cubicBezTo>
                  <a:cubicBezTo>
                    <a:pt x="788" y="149904"/>
                    <a:pt x="0" y="148003"/>
                    <a:pt x="0" y="146020"/>
                  </a:cubicBezTo>
                  <a:lnTo>
                    <a:pt x="0" y="7476"/>
                  </a:lnTo>
                  <a:cubicBezTo>
                    <a:pt x="0" y="3347"/>
                    <a:pt x="3347" y="0"/>
                    <a:pt x="7476" y="0"/>
                  </a:cubicBezTo>
                  <a:close/>
                </a:path>
              </a:pathLst>
            </a:custGeom>
            <a:solidFill>
              <a:srgbClr val="D5BFE4"/>
            </a:solidFill>
            <a:ln w="19050" cap="sq">
              <a:solidFill>
                <a:srgbClr val="006E85"/>
              </a:solidFill>
              <a:prstDash val="solid"/>
              <a:miter/>
            </a:ln>
          </p:spPr>
        </p:sp>
        <p:sp>
          <p:nvSpPr>
            <p:cNvPr id="53" name="TextBox 12">
              <a:extLst>
                <a:ext uri="{FF2B5EF4-FFF2-40B4-BE49-F238E27FC236}">
                  <a16:creationId xmlns:a16="http://schemas.microsoft.com/office/drawing/2014/main" id="{7093FD10-3C7C-9574-B619-E216C4EF8AB9}"/>
                </a:ext>
              </a:extLst>
            </p:cNvPr>
            <p:cNvSpPr txBox="1"/>
            <p:nvPr/>
          </p:nvSpPr>
          <p:spPr>
            <a:xfrm>
              <a:off x="0" y="-38100"/>
              <a:ext cx="3099849" cy="1915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4" name="Group 13">
            <a:extLst>
              <a:ext uri="{FF2B5EF4-FFF2-40B4-BE49-F238E27FC236}">
                <a16:creationId xmlns:a16="http://schemas.microsoft.com/office/drawing/2014/main" id="{F8E210B5-1B57-5700-1CEA-F1C5A7010EB8}"/>
              </a:ext>
            </a:extLst>
          </p:cNvPr>
          <p:cNvGrpSpPr/>
          <p:nvPr/>
        </p:nvGrpSpPr>
        <p:grpSpPr>
          <a:xfrm>
            <a:off x="13078705" y="2242881"/>
            <a:ext cx="1246676" cy="273441"/>
            <a:chOff x="0" y="0"/>
            <a:chExt cx="754140" cy="81852"/>
          </a:xfrm>
        </p:grpSpPr>
        <p:sp>
          <p:nvSpPr>
            <p:cNvPr id="55" name="Freeform 14">
              <a:extLst>
                <a:ext uri="{FF2B5EF4-FFF2-40B4-BE49-F238E27FC236}">
                  <a16:creationId xmlns:a16="http://schemas.microsoft.com/office/drawing/2014/main" id="{CB0BF542-9523-061A-EAF4-1C6CFBDA4472}"/>
                </a:ext>
              </a:extLst>
            </p:cNvPr>
            <p:cNvSpPr/>
            <p:nvPr/>
          </p:nvSpPr>
          <p:spPr>
            <a:xfrm>
              <a:off x="0" y="0"/>
              <a:ext cx="754140" cy="81852"/>
            </a:xfrm>
            <a:custGeom>
              <a:avLst/>
              <a:gdLst/>
              <a:ahLst/>
              <a:cxnLst/>
              <a:rect l="l" t="t" r="r" b="b"/>
              <a:pathLst>
                <a:path w="754140" h="81852">
                  <a:moveTo>
                    <a:pt x="30730" y="0"/>
                  </a:moveTo>
                  <a:lnTo>
                    <a:pt x="723410" y="0"/>
                  </a:lnTo>
                  <a:cubicBezTo>
                    <a:pt x="731560" y="0"/>
                    <a:pt x="739376" y="3238"/>
                    <a:pt x="745139" y="9001"/>
                  </a:cubicBezTo>
                  <a:cubicBezTo>
                    <a:pt x="750902" y="14764"/>
                    <a:pt x="754140" y="22580"/>
                    <a:pt x="754140" y="30730"/>
                  </a:cubicBezTo>
                  <a:lnTo>
                    <a:pt x="754140" y="51122"/>
                  </a:lnTo>
                  <a:cubicBezTo>
                    <a:pt x="754140" y="68093"/>
                    <a:pt x="740381" y="81852"/>
                    <a:pt x="723410" y="81852"/>
                  </a:cubicBezTo>
                  <a:lnTo>
                    <a:pt x="30730" y="81852"/>
                  </a:lnTo>
                  <a:cubicBezTo>
                    <a:pt x="22580" y="81852"/>
                    <a:pt x="14764" y="78614"/>
                    <a:pt x="9001" y="72851"/>
                  </a:cubicBezTo>
                  <a:cubicBezTo>
                    <a:pt x="3238" y="67088"/>
                    <a:pt x="0" y="59272"/>
                    <a:pt x="0" y="51122"/>
                  </a:cubicBezTo>
                  <a:lnTo>
                    <a:pt x="0" y="30730"/>
                  </a:lnTo>
                  <a:cubicBezTo>
                    <a:pt x="0" y="22580"/>
                    <a:pt x="3238" y="14764"/>
                    <a:pt x="9001" y="9001"/>
                  </a:cubicBezTo>
                  <a:cubicBezTo>
                    <a:pt x="14764" y="3238"/>
                    <a:pt x="22580" y="0"/>
                    <a:pt x="30730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6E85"/>
              </a:solidFill>
              <a:prstDash val="solid"/>
              <a:miter/>
            </a:ln>
          </p:spPr>
        </p:sp>
        <p:sp>
          <p:nvSpPr>
            <p:cNvPr id="56" name="TextBox 15">
              <a:extLst>
                <a:ext uri="{FF2B5EF4-FFF2-40B4-BE49-F238E27FC236}">
                  <a16:creationId xmlns:a16="http://schemas.microsoft.com/office/drawing/2014/main" id="{5A9BF78E-2259-3D97-2C62-3A6DDFBDABD1}"/>
                </a:ext>
              </a:extLst>
            </p:cNvPr>
            <p:cNvSpPr txBox="1"/>
            <p:nvPr/>
          </p:nvSpPr>
          <p:spPr>
            <a:xfrm>
              <a:off x="0" y="-38100"/>
              <a:ext cx="754140" cy="1199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343C3D36-D211-6FD8-6B47-3E692C2DA2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58945" y="2787340"/>
            <a:ext cx="4488004" cy="637518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66E5952-659C-4DFA-27D1-A794F86BA538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29145" b="15716"/>
          <a:stretch>
            <a:fillRect/>
          </a:stretch>
        </p:blipFill>
        <p:spPr>
          <a:xfrm>
            <a:off x="9579571" y="2787340"/>
            <a:ext cx="4974630" cy="6375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9078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4871016" y="1531352"/>
            <a:ext cx="7315200" cy="2500468"/>
          </a:xfrm>
          <a:custGeom>
            <a:avLst/>
            <a:gdLst/>
            <a:ahLst/>
            <a:cxnLst/>
            <a:rect l="l" t="t" r="r" b="b"/>
            <a:pathLst>
              <a:path w="7315200" h="2500468">
                <a:moveTo>
                  <a:pt x="0" y="0"/>
                </a:moveTo>
                <a:lnTo>
                  <a:pt x="7315200" y="0"/>
                </a:lnTo>
                <a:lnTo>
                  <a:pt x="7315200" y="2500468"/>
                </a:lnTo>
                <a:lnTo>
                  <a:pt x="0" y="25004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250395" y="7786532"/>
            <a:ext cx="7315200" cy="2500468"/>
          </a:xfrm>
          <a:custGeom>
            <a:avLst/>
            <a:gdLst/>
            <a:ahLst/>
            <a:cxnLst/>
            <a:rect l="l" t="t" r="r" b="b"/>
            <a:pathLst>
              <a:path w="7315200" h="2500468">
                <a:moveTo>
                  <a:pt x="0" y="0"/>
                </a:moveTo>
                <a:lnTo>
                  <a:pt x="7315200" y="0"/>
                </a:lnTo>
                <a:lnTo>
                  <a:pt x="7315200" y="2500468"/>
                </a:lnTo>
                <a:lnTo>
                  <a:pt x="0" y="25004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2118088" y="8358609"/>
            <a:ext cx="7315200" cy="2500468"/>
          </a:xfrm>
          <a:custGeom>
            <a:avLst/>
            <a:gdLst/>
            <a:ahLst/>
            <a:cxnLst/>
            <a:rect l="l" t="t" r="r" b="b"/>
            <a:pathLst>
              <a:path w="7315200" h="2500468">
                <a:moveTo>
                  <a:pt x="0" y="0"/>
                </a:moveTo>
                <a:lnTo>
                  <a:pt x="7315200" y="0"/>
                </a:lnTo>
                <a:lnTo>
                  <a:pt x="7315200" y="2500468"/>
                </a:lnTo>
                <a:lnTo>
                  <a:pt x="0" y="25004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 rot="-196716">
            <a:off x="1482875" y="635259"/>
            <a:ext cx="618045" cy="618045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47864" y="47864"/>
              <a:ext cx="717071" cy="717071"/>
            </a:xfrm>
            <a:custGeom>
              <a:avLst/>
              <a:gdLst/>
              <a:ahLst/>
              <a:cxnLst/>
              <a:rect l="l" t="t" r="r" b="b"/>
              <a:pathLst>
                <a:path w="717071" h="717071">
                  <a:moveTo>
                    <a:pt x="390321" y="20243"/>
                  </a:moveTo>
                  <a:lnTo>
                    <a:pt x="456066" y="161114"/>
                  </a:lnTo>
                  <a:cubicBezTo>
                    <a:pt x="476599" y="205109"/>
                    <a:pt x="511962" y="240473"/>
                    <a:pt x="555958" y="261006"/>
                  </a:cubicBezTo>
                  <a:lnTo>
                    <a:pt x="696829" y="326751"/>
                  </a:lnTo>
                  <a:cubicBezTo>
                    <a:pt x="709178" y="332514"/>
                    <a:pt x="717072" y="344908"/>
                    <a:pt x="717072" y="358536"/>
                  </a:cubicBezTo>
                  <a:cubicBezTo>
                    <a:pt x="717072" y="372164"/>
                    <a:pt x="709178" y="384558"/>
                    <a:pt x="696829" y="390321"/>
                  </a:cubicBezTo>
                  <a:lnTo>
                    <a:pt x="555958" y="456066"/>
                  </a:lnTo>
                  <a:cubicBezTo>
                    <a:pt x="511962" y="476599"/>
                    <a:pt x="476599" y="511962"/>
                    <a:pt x="456066" y="555958"/>
                  </a:cubicBezTo>
                  <a:lnTo>
                    <a:pt x="390321" y="696829"/>
                  </a:lnTo>
                  <a:cubicBezTo>
                    <a:pt x="384558" y="709178"/>
                    <a:pt x="372164" y="717072"/>
                    <a:pt x="358536" y="717072"/>
                  </a:cubicBezTo>
                  <a:cubicBezTo>
                    <a:pt x="344908" y="717072"/>
                    <a:pt x="332514" y="709178"/>
                    <a:pt x="326751" y="696829"/>
                  </a:cubicBezTo>
                  <a:lnTo>
                    <a:pt x="261006" y="555958"/>
                  </a:lnTo>
                  <a:cubicBezTo>
                    <a:pt x="240473" y="511962"/>
                    <a:pt x="205109" y="476599"/>
                    <a:pt x="161114" y="456066"/>
                  </a:cubicBezTo>
                  <a:lnTo>
                    <a:pt x="20243" y="390321"/>
                  </a:lnTo>
                  <a:cubicBezTo>
                    <a:pt x="7894" y="384558"/>
                    <a:pt x="0" y="372164"/>
                    <a:pt x="0" y="358536"/>
                  </a:cubicBezTo>
                  <a:cubicBezTo>
                    <a:pt x="0" y="344908"/>
                    <a:pt x="7894" y="332514"/>
                    <a:pt x="20243" y="326751"/>
                  </a:cubicBezTo>
                  <a:lnTo>
                    <a:pt x="161114" y="261006"/>
                  </a:lnTo>
                  <a:cubicBezTo>
                    <a:pt x="205109" y="240473"/>
                    <a:pt x="240473" y="205109"/>
                    <a:pt x="261006" y="161114"/>
                  </a:cubicBezTo>
                  <a:lnTo>
                    <a:pt x="326751" y="20243"/>
                  </a:lnTo>
                  <a:cubicBezTo>
                    <a:pt x="332514" y="7894"/>
                    <a:pt x="344908" y="0"/>
                    <a:pt x="358536" y="0"/>
                  </a:cubicBezTo>
                  <a:cubicBezTo>
                    <a:pt x="372164" y="0"/>
                    <a:pt x="384558" y="7894"/>
                    <a:pt x="390321" y="20243"/>
                  </a:cubicBezTo>
                  <a:close/>
                </a:path>
              </a:pathLst>
            </a:custGeom>
            <a:solidFill>
              <a:srgbClr val="FFEBB5"/>
            </a:solidFill>
            <a:ln w="19050" cap="sq">
              <a:solidFill>
                <a:srgbClr val="313131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250839">
            <a:off x="17287498" y="6105052"/>
            <a:ext cx="802904" cy="802904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36844" y="36844"/>
              <a:ext cx="739111" cy="739111"/>
            </a:xfrm>
            <a:custGeom>
              <a:avLst/>
              <a:gdLst/>
              <a:ahLst/>
              <a:cxnLst/>
              <a:rect l="l" t="t" r="r" b="b"/>
              <a:pathLst>
                <a:path w="739111" h="739111">
                  <a:moveTo>
                    <a:pt x="394023" y="15582"/>
                  </a:moveTo>
                  <a:lnTo>
                    <a:pt x="474404" y="187815"/>
                  </a:lnTo>
                  <a:cubicBezTo>
                    <a:pt x="490209" y="221681"/>
                    <a:pt x="517431" y="248903"/>
                    <a:pt x="551297" y="264708"/>
                  </a:cubicBezTo>
                  <a:lnTo>
                    <a:pt x="723530" y="345089"/>
                  </a:lnTo>
                  <a:cubicBezTo>
                    <a:pt x="733036" y="349525"/>
                    <a:pt x="739112" y="359066"/>
                    <a:pt x="739112" y="369556"/>
                  </a:cubicBezTo>
                  <a:cubicBezTo>
                    <a:pt x="739112" y="380046"/>
                    <a:pt x="733036" y="389587"/>
                    <a:pt x="723530" y="394023"/>
                  </a:cubicBezTo>
                  <a:lnTo>
                    <a:pt x="551297" y="474404"/>
                  </a:lnTo>
                  <a:cubicBezTo>
                    <a:pt x="517431" y="490209"/>
                    <a:pt x="490209" y="517431"/>
                    <a:pt x="474404" y="551297"/>
                  </a:cubicBezTo>
                  <a:lnTo>
                    <a:pt x="394023" y="723530"/>
                  </a:lnTo>
                  <a:cubicBezTo>
                    <a:pt x="389587" y="733036"/>
                    <a:pt x="380046" y="739112"/>
                    <a:pt x="369556" y="739112"/>
                  </a:cubicBezTo>
                  <a:cubicBezTo>
                    <a:pt x="359066" y="739112"/>
                    <a:pt x="349525" y="733036"/>
                    <a:pt x="345089" y="723530"/>
                  </a:cubicBezTo>
                  <a:lnTo>
                    <a:pt x="264708" y="551297"/>
                  </a:lnTo>
                  <a:cubicBezTo>
                    <a:pt x="248903" y="517431"/>
                    <a:pt x="221681" y="490209"/>
                    <a:pt x="187815" y="474404"/>
                  </a:cubicBezTo>
                  <a:lnTo>
                    <a:pt x="15582" y="394023"/>
                  </a:lnTo>
                  <a:cubicBezTo>
                    <a:pt x="6076" y="389587"/>
                    <a:pt x="0" y="380046"/>
                    <a:pt x="0" y="369556"/>
                  </a:cubicBezTo>
                  <a:cubicBezTo>
                    <a:pt x="0" y="359066"/>
                    <a:pt x="6076" y="349525"/>
                    <a:pt x="15582" y="345089"/>
                  </a:cubicBezTo>
                  <a:lnTo>
                    <a:pt x="187815" y="264708"/>
                  </a:lnTo>
                  <a:cubicBezTo>
                    <a:pt x="221681" y="248903"/>
                    <a:pt x="248903" y="221681"/>
                    <a:pt x="264708" y="187815"/>
                  </a:cubicBezTo>
                  <a:lnTo>
                    <a:pt x="345089" y="15582"/>
                  </a:lnTo>
                  <a:cubicBezTo>
                    <a:pt x="349525" y="6076"/>
                    <a:pt x="359066" y="0"/>
                    <a:pt x="369556" y="0"/>
                  </a:cubicBezTo>
                  <a:cubicBezTo>
                    <a:pt x="380046" y="0"/>
                    <a:pt x="389587" y="6076"/>
                    <a:pt x="394023" y="15582"/>
                  </a:cubicBezTo>
                  <a:close/>
                </a:path>
              </a:pathLst>
            </a:custGeom>
            <a:solidFill>
              <a:srgbClr val="FFEBB5"/>
            </a:solidFill>
            <a:ln w="19050" cap="sq">
              <a:solidFill>
                <a:srgbClr val="313131"/>
              </a:soli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 rot="197763">
            <a:off x="15667679" y="1683198"/>
            <a:ext cx="618045" cy="618045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47864" y="47864"/>
              <a:ext cx="717071" cy="717071"/>
            </a:xfrm>
            <a:custGeom>
              <a:avLst/>
              <a:gdLst/>
              <a:ahLst/>
              <a:cxnLst/>
              <a:rect l="l" t="t" r="r" b="b"/>
              <a:pathLst>
                <a:path w="717071" h="717071">
                  <a:moveTo>
                    <a:pt x="390321" y="20243"/>
                  </a:moveTo>
                  <a:lnTo>
                    <a:pt x="456066" y="161114"/>
                  </a:lnTo>
                  <a:cubicBezTo>
                    <a:pt x="476599" y="205109"/>
                    <a:pt x="511962" y="240473"/>
                    <a:pt x="555958" y="261006"/>
                  </a:cubicBezTo>
                  <a:lnTo>
                    <a:pt x="696829" y="326751"/>
                  </a:lnTo>
                  <a:cubicBezTo>
                    <a:pt x="709178" y="332514"/>
                    <a:pt x="717072" y="344908"/>
                    <a:pt x="717072" y="358536"/>
                  </a:cubicBezTo>
                  <a:cubicBezTo>
                    <a:pt x="717072" y="372164"/>
                    <a:pt x="709178" y="384558"/>
                    <a:pt x="696829" y="390321"/>
                  </a:cubicBezTo>
                  <a:lnTo>
                    <a:pt x="555958" y="456066"/>
                  </a:lnTo>
                  <a:cubicBezTo>
                    <a:pt x="511962" y="476599"/>
                    <a:pt x="476599" y="511962"/>
                    <a:pt x="456066" y="555958"/>
                  </a:cubicBezTo>
                  <a:lnTo>
                    <a:pt x="390321" y="696829"/>
                  </a:lnTo>
                  <a:cubicBezTo>
                    <a:pt x="384558" y="709178"/>
                    <a:pt x="372164" y="717072"/>
                    <a:pt x="358536" y="717072"/>
                  </a:cubicBezTo>
                  <a:cubicBezTo>
                    <a:pt x="344908" y="717072"/>
                    <a:pt x="332514" y="709178"/>
                    <a:pt x="326751" y="696829"/>
                  </a:cubicBezTo>
                  <a:lnTo>
                    <a:pt x="261006" y="555958"/>
                  </a:lnTo>
                  <a:cubicBezTo>
                    <a:pt x="240473" y="511962"/>
                    <a:pt x="205109" y="476599"/>
                    <a:pt x="161114" y="456066"/>
                  </a:cubicBezTo>
                  <a:lnTo>
                    <a:pt x="20243" y="390321"/>
                  </a:lnTo>
                  <a:cubicBezTo>
                    <a:pt x="7894" y="384558"/>
                    <a:pt x="0" y="372164"/>
                    <a:pt x="0" y="358536"/>
                  </a:cubicBezTo>
                  <a:cubicBezTo>
                    <a:pt x="0" y="344908"/>
                    <a:pt x="7894" y="332514"/>
                    <a:pt x="20243" y="326751"/>
                  </a:cubicBezTo>
                  <a:lnTo>
                    <a:pt x="161114" y="261006"/>
                  </a:lnTo>
                  <a:cubicBezTo>
                    <a:pt x="205109" y="240473"/>
                    <a:pt x="240473" y="205109"/>
                    <a:pt x="261006" y="161114"/>
                  </a:cubicBezTo>
                  <a:lnTo>
                    <a:pt x="326751" y="20243"/>
                  </a:lnTo>
                  <a:cubicBezTo>
                    <a:pt x="332514" y="7894"/>
                    <a:pt x="344908" y="0"/>
                    <a:pt x="358536" y="0"/>
                  </a:cubicBezTo>
                  <a:cubicBezTo>
                    <a:pt x="372164" y="0"/>
                    <a:pt x="384558" y="7894"/>
                    <a:pt x="390321" y="20243"/>
                  </a:cubicBezTo>
                  <a:close/>
                </a:path>
              </a:pathLst>
            </a:custGeom>
            <a:solidFill>
              <a:srgbClr val="FFEBB5"/>
            </a:solidFill>
            <a:ln w="19050" cap="sq">
              <a:solidFill>
                <a:srgbClr val="313131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6302981" y="-2097445"/>
            <a:ext cx="3970038" cy="3970038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D5BFE7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420671" y="1233078"/>
            <a:ext cx="5483374" cy="411477"/>
            <a:chOff x="0" y="0"/>
            <a:chExt cx="1444181" cy="10837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444181" cy="108372"/>
            </a:xfrm>
            <a:custGeom>
              <a:avLst/>
              <a:gdLst/>
              <a:ahLst/>
              <a:cxnLst/>
              <a:rect l="l" t="t" r="r" b="b"/>
              <a:pathLst>
                <a:path w="1444181" h="108372">
                  <a:moveTo>
                    <a:pt x="0" y="0"/>
                  </a:moveTo>
                  <a:lnTo>
                    <a:pt x="1444181" y="0"/>
                  </a:lnTo>
                  <a:lnTo>
                    <a:pt x="1444181" y="108372"/>
                  </a:lnTo>
                  <a:lnTo>
                    <a:pt x="0" y="108372"/>
                  </a:lnTo>
                  <a:close/>
                </a:path>
              </a:pathLst>
            </a:custGeom>
            <a:solidFill>
              <a:srgbClr val="A8DED6"/>
            </a:solidFill>
            <a:ln cap="sq">
              <a:noFill/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1444181" cy="146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6211834" y="944282"/>
            <a:ext cx="5864332" cy="7479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95"/>
              </a:lnSpc>
            </a:pPr>
            <a:r>
              <a:rPr lang="en-US" sz="4945">
                <a:solidFill>
                  <a:srgbClr val="000000"/>
                </a:solidFill>
                <a:latin typeface="Chunk Five"/>
                <a:ea typeface="Chunk Five"/>
                <a:cs typeface="Chunk Five"/>
                <a:sym typeface="Chunk Five"/>
              </a:rPr>
              <a:t>VISI DAN MISI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228184" y="2337549"/>
            <a:ext cx="7245151" cy="7165562"/>
            <a:chOff x="0" y="0"/>
            <a:chExt cx="1908188" cy="188722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908188" cy="1887226"/>
            </a:xfrm>
            <a:custGeom>
              <a:avLst/>
              <a:gdLst/>
              <a:ahLst/>
              <a:cxnLst/>
              <a:rect l="l" t="t" r="r" b="b"/>
              <a:pathLst>
                <a:path w="1908188" h="1887226">
                  <a:moveTo>
                    <a:pt x="54497" y="0"/>
                  </a:moveTo>
                  <a:lnTo>
                    <a:pt x="1853691" y="0"/>
                  </a:lnTo>
                  <a:cubicBezTo>
                    <a:pt x="1868144" y="0"/>
                    <a:pt x="1882006" y="5742"/>
                    <a:pt x="1892226" y="15962"/>
                  </a:cubicBezTo>
                  <a:cubicBezTo>
                    <a:pt x="1902446" y="26182"/>
                    <a:pt x="1908188" y="40043"/>
                    <a:pt x="1908188" y="54497"/>
                  </a:cubicBezTo>
                  <a:lnTo>
                    <a:pt x="1908188" y="1832729"/>
                  </a:lnTo>
                  <a:cubicBezTo>
                    <a:pt x="1908188" y="1847183"/>
                    <a:pt x="1902446" y="1861044"/>
                    <a:pt x="1892226" y="1871264"/>
                  </a:cubicBezTo>
                  <a:cubicBezTo>
                    <a:pt x="1882006" y="1881484"/>
                    <a:pt x="1868144" y="1887226"/>
                    <a:pt x="1853691" y="1887226"/>
                  </a:cubicBezTo>
                  <a:lnTo>
                    <a:pt x="54497" y="1887226"/>
                  </a:lnTo>
                  <a:cubicBezTo>
                    <a:pt x="40043" y="1887226"/>
                    <a:pt x="26182" y="1881484"/>
                    <a:pt x="15962" y="1871264"/>
                  </a:cubicBezTo>
                  <a:cubicBezTo>
                    <a:pt x="5742" y="1861044"/>
                    <a:pt x="0" y="1847183"/>
                    <a:pt x="0" y="1832729"/>
                  </a:cubicBezTo>
                  <a:lnTo>
                    <a:pt x="0" y="54497"/>
                  </a:lnTo>
                  <a:cubicBezTo>
                    <a:pt x="0" y="40043"/>
                    <a:pt x="5742" y="26182"/>
                    <a:pt x="15962" y="15962"/>
                  </a:cubicBezTo>
                  <a:cubicBezTo>
                    <a:pt x="26182" y="5742"/>
                    <a:pt x="40043" y="0"/>
                    <a:pt x="54497" y="0"/>
                  </a:cubicBezTo>
                  <a:close/>
                </a:path>
              </a:pathLst>
            </a:custGeom>
            <a:solidFill>
              <a:srgbClr val="FFF6F0"/>
            </a:solidFill>
            <a:ln w="38100" cap="rnd">
              <a:solidFill>
                <a:srgbClr val="006E85"/>
              </a:solidFill>
              <a:prstDash val="solid"/>
              <a:round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1908188" cy="19253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5" name="Freeform 25"/>
          <p:cNvSpPr/>
          <p:nvPr/>
        </p:nvSpPr>
        <p:spPr>
          <a:xfrm rot="719075">
            <a:off x="8024597" y="8801111"/>
            <a:ext cx="596943" cy="955109"/>
          </a:xfrm>
          <a:custGeom>
            <a:avLst/>
            <a:gdLst/>
            <a:ahLst/>
            <a:cxnLst/>
            <a:rect l="l" t="t" r="r" b="b"/>
            <a:pathLst>
              <a:path w="596943" h="955109">
                <a:moveTo>
                  <a:pt x="0" y="0"/>
                </a:moveTo>
                <a:lnTo>
                  <a:pt x="596943" y="0"/>
                </a:lnTo>
                <a:lnTo>
                  <a:pt x="596943" y="955109"/>
                </a:lnTo>
                <a:lnTo>
                  <a:pt x="0" y="9551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26" name="Group 26"/>
          <p:cNvGrpSpPr/>
          <p:nvPr/>
        </p:nvGrpSpPr>
        <p:grpSpPr>
          <a:xfrm rot="767333">
            <a:off x="527549" y="6980998"/>
            <a:ext cx="456307" cy="456307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64830" y="64830"/>
              <a:ext cx="683140" cy="683140"/>
            </a:xfrm>
            <a:custGeom>
              <a:avLst/>
              <a:gdLst/>
              <a:ahLst/>
              <a:cxnLst/>
              <a:rect l="l" t="t" r="r" b="b"/>
              <a:pathLst>
                <a:path w="683140" h="683140">
                  <a:moveTo>
                    <a:pt x="384622" y="27417"/>
                  </a:moveTo>
                  <a:lnTo>
                    <a:pt x="427833" y="120008"/>
                  </a:lnTo>
                  <a:cubicBezTo>
                    <a:pt x="455644" y="179597"/>
                    <a:pt x="503543" y="227496"/>
                    <a:pt x="563132" y="255306"/>
                  </a:cubicBezTo>
                  <a:lnTo>
                    <a:pt x="655723" y="298518"/>
                  </a:lnTo>
                  <a:cubicBezTo>
                    <a:pt x="672449" y="306324"/>
                    <a:pt x="683140" y="323112"/>
                    <a:pt x="683140" y="341570"/>
                  </a:cubicBezTo>
                  <a:cubicBezTo>
                    <a:pt x="683140" y="360028"/>
                    <a:pt x="672449" y="376816"/>
                    <a:pt x="655723" y="384622"/>
                  </a:cubicBezTo>
                  <a:lnTo>
                    <a:pt x="563132" y="427833"/>
                  </a:lnTo>
                  <a:cubicBezTo>
                    <a:pt x="503543" y="455644"/>
                    <a:pt x="455644" y="503543"/>
                    <a:pt x="427833" y="563132"/>
                  </a:cubicBezTo>
                  <a:lnTo>
                    <a:pt x="384622" y="655723"/>
                  </a:lnTo>
                  <a:cubicBezTo>
                    <a:pt x="376816" y="672449"/>
                    <a:pt x="360028" y="683140"/>
                    <a:pt x="341570" y="683140"/>
                  </a:cubicBezTo>
                  <a:cubicBezTo>
                    <a:pt x="323112" y="683140"/>
                    <a:pt x="306324" y="672449"/>
                    <a:pt x="298518" y="655723"/>
                  </a:cubicBezTo>
                  <a:lnTo>
                    <a:pt x="255306" y="563132"/>
                  </a:lnTo>
                  <a:cubicBezTo>
                    <a:pt x="227496" y="503543"/>
                    <a:pt x="179597" y="455644"/>
                    <a:pt x="120008" y="427833"/>
                  </a:cubicBezTo>
                  <a:lnTo>
                    <a:pt x="27417" y="384622"/>
                  </a:lnTo>
                  <a:cubicBezTo>
                    <a:pt x="10691" y="376816"/>
                    <a:pt x="0" y="360028"/>
                    <a:pt x="0" y="341570"/>
                  </a:cubicBezTo>
                  <a:cubicBezTo>
                    <a:pt x="0" y="323112"/>
                    <a:pt x="10691" y="306324"/>
                    <a:pt x="27417" y="298518"/>
                  </a:cubicBezTo>
                  <a:lnTo>
                    <a:pt x="120008" y="255306"/>
                  </a:lnTo>
                  <a:cubicBezTo>
                    <a:pt x="179597" y="227496"/>
                    <a:pt x="227496" y="179597"/>
                    <a:pt x="255306" y="120008"/>
                  </a:cubicBezTo>
                  <a:lnTo>
                    <a:pt x="298518" y="27417"/>
                  </a:lnTo>
                  <a:cubicBezTo>
                    <a:pt x="306324" y="10691"/>
                    <a:pt x="323112" y="0"/>
                    <a:pt x="341570" y="0"/>
                  </a:cubicBezTo>
                  <a:cubicBezTo>
                    <a:pt x="360028" y="0"/>
                    <a:pt x="376816" y="10691"/>
                    <a:pt x="384622" y="27417"/>
                  </a:cubicBezTo>
                  <a:close/>
                </a:path>
              </a:pathLst>
            </a:custGeom>
            <a:solidFill>
              <a:srgbClr val="FFEBB5"/>
            </a:solidFill>
            <a:ln w="19050" cap="sq">
              <a:solidFill>
                <a:srgbClr val="313131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1791897" y="4556166"/>
            <a:ext cx="6162360" cy="3583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0"/>
              </a:lnSpc>
            </a:pPr>
            <a:r>
              <a:rPr lang="en-US" sz="27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Menjadi platform penyewaan kios terpercaya dan modern yang memudahkan masyarakat dalam mencari, menyewa, dan mengelola kios secara cepat, aman, dan efisien melalui layanan berbasis digital.</a:t>
            </a:r>
          </a:p>
          <a:p>
            <a:pPr algn="ctr">
              <a:lnSpc>
                <a:spcPts val="4050"/>
              </a:lnSpc>
            </a:pPr>
            <a:endParaRPr lang="en-US" sz="270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30" name="Group 30"/>
          <p:cNvGrpSpPr/>
          <p:nvPr/>
        </p:nvGrpSpPr>
        <p:grpSpPr>
          <a:xfrm>
            <a:off x="2711518" y="3316748"/>
            <a:ext cx="4278483" cy="705345"/>
            <a:chOff x="0" y="0"/>
            <a:chExt cx="1126843" cy="18577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126843" cy="185770"/>
            </a:xfrm>
            <a:custGeom>
              <a:avLst/>
              <a:gdLst/>
              <a:ahLst/>
              <a:cxnLst/>
              <a:rect l="l" t="t" r="r" b="b"/>
              <a:pathLst>
                <a:path w="1126843" h="185770">
                  <a:moveTo>
                    <a:pt x="23524" y="0"/>
                  </a:moveTo>
                  <a:lnTo>
                    <a:pt x="1103320" y="0"/>
                  </a:lnTo>
                  <a:cubicBezTo>
                    <a:pt x="1109559" y="0"/>
                    <a:pt x="1115542" y="2478"/>
                    <a:pt x="1119953" y="6890"/>
                  </a:cubicBezTo>
                  <a:cubicBezTo>
                    <a:pt x="1124365" y="11301"/>
                    <a:pt x="1126843" y="17285"/>
                    <a:pt x="1126843" y="23524"/>
                  </a:cubicBezTo>
                  <a:lnTo>
                    <a:pt x="1126843" y="162246"/>
                  </a:lnTo>
                  <a:cubicBezTo>
                    <a:pt x="1126843" y="168485"/>
                    <a:pt x="1124365" y="174468"/>
                    <a:pt x="1119953" y="178880"/>
                  </a:cubicBezTo>
                  <a:cubicBezTo>
                    <a:pt x="1115542" y="183291"/>
                    <a:pt x="1109559" y="185770"/>
                    <a:pt x="1103320" y="185770"/>
                  </a:cubicBezTo>
                  <a:lnTo>
                    <a:pt x="23524" y="185770"/>
                  </a:lnTo>
                  <a:cubicBezTo>
                    <a:pt x="17285" y="185770"/>
                    <a:pt x="11301" y="183291"/>
                    <a:pt x="6890" y="178880"/>
                  </a:cubicBezTo>
                  <a:cubicBezTo>
                    <a:pt x="2478" y="174468"/>
                    <a:pt x="0" y="168485"/>
                    <a:pt x="0" y="162246"/>
                  </a:cubicBezTo>
                  <a:lnTo>
                    <a:pt x="0" y="23524"/>
                  </a:lnTo>
                  <a:cubicBezTo>
                    <a:pt x="0" y="17285"/>
                    <a:pt x="2478" y="11301"/>
                    <a:pt x="6890" y="6890"/>
                  </a:cubicBezTo>
                  <a:cubicBezTo>
                    <a:pt x="11301" y="2478"/>
                    <a:pt x="17285" y="0"/>
                    <a:pt x="23524" y="0"/>
                  </a:cubicBezTo>
                  <a:close/>
                </a:path>
              </a:pathLst>
            </a:custGeom>
            <a:solidFill>
              <a:srgbClr val="D5BFE4"/>
            </a:solidFill>
            <a:ln w="28575" cap="sq">
              <a:solidFill>
                <a:srgbClr val="006E85"/>
              </a:solidFill>
              <a:prstDash val="solid"/>
              <a:miter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1126843" cy="2238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4378277" y="3410684"/>
            <a:ext cx="944963" cy="573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20"/>
              </a:lnSpc>
              <a:spcBef>
                <a:spcPct val="0"/>
              </a:spcBef>
            </a:pPr>
            <a:r>
              <a:rPr lang="en-US" sz="3300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Visi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9699988" y="2337549"/>
            <a:ext cx="7245151" cy="7165562"/>
            <a:chOff x="0" y="0"/>
            <a:chExt cx="1908188" cy="1887226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908188" cy="1887226"/>
            </a:xfrm>
            <a:custGeom>
              <a:avLst/>
              <a:gdLst/>
              <a:ahLst/>
              <a:cxnLst/>
              <a:rect l="l" t="t" r="r" b="b"/>
              <a:pathLst>
                <a:path w="1908188" h="1887226">
                  <a:moveTo>
                    <a:pt x="54497" y="0"/>
                  </a:moveTo>
                  <a:lnTo>
                    <a:pt x="1853691" y="0"/>
                  </a:lnTo>
                  <a:cubicBezTo>
                    <a:pt x="1868144" y="0"/>
                    <a:pt x="1882006" y="5742"/>
                    <a:pt x="1892226" y="15962"/>
                  </a:cubicBezTo>
                  <a:cubicBezTo>
                    <a:pt x="1902446" y="26182"/>
                    <a:pt x="1908188" y="40043"/>
                    <a:pt x="1908188" y="54497"/>
                  </a:cubicBezTo>
                  <a:lnTo>
                    <a:pt x="1908188" y="1832729"/>
                  </a:lnTo>
                  <a:cubicBezTo>
                    <a:pt x="1908188" y="1847183"/>
                    <a:pt x="1902446" y="1861044"/>
                    <a:pt x="1892226" y="1871264"/>
                  </a:cubicBezTo>
                  <a:cubicBezTo>
                    <a:pt x="1882006" y="1881484"/>
                    <a:pt x="1868144" y="1887226"/>
                    <a:pt x="1853691" y="1887226"/>
                  </a:cubicBezTo>
                  <a:lnTo>
                    <a:pt x="54497" y="1887226"/>
                  </a:lnTo>
                  <a:cubicBezTo>
                    <a:pt x="40043" y="1887226"/>
                    <a:pt x="26182" y="1881484"/>
                    <a:pt x="15962" y="1871264"/>
                  </a:cubicBezTo>
                  <a:cubicBezTo>
                    <a:pt x="5742" y="1861044"/>
                    <a:pt x="0" y="1847183"/>
                    <a:pt x="0" y="1832729"/>
                  </a:cubicBezTo>
                  <a:lnTo>
                    <a:pt x="0" y="54497"/>
                  </a:lnTo>
                  <a:cubicBezTo>
                    <a:pt x="0" y="40043"/>
                    <a:pt x="5742" y="26182"/>
                    <a:pt x="15962" y="15962"/>
                  </a:cubicBezTo>
                  <a:cubicBezTo>
                    <a:pt x="26182" y="5742"/>
                    <a:pt x="40043" y="0"/>
                    <a:pt x="54497" y="0"/>
                  </a:cubicBezTo>
                  <a:close/>
                </a:path>
              </a:pathLst>
            </a:custGeom>
            <a:solidFill>
              <a:srgbClr val="FFF6F0"/>
            </a:solidFill>
            <a:ln w="38100" cap="rnd">
              <a:solidFill>
                <a:srgbClr val="006E85"/>
              </a:solidFill>
              <a:prstDash val="solid"/>
              <a:round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0" y="-38100"/>
              <a:ext cx="1908188" cy="19253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183321" y="2611404"/>
            <a:ext cx="4278483" cy="705345"/>
            <a:chOff x="0" y="0"/>
            <a:chExt cx="1126843" cy="18577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126843" cy="185770"/>
            </a:xfrm>
            <a:custGeom>
              <a:avLst/>
              <a:gdLst/>
              <a:ahLst/>
              <a:cxnLst/>
              <a:rect l="l" t="t" r="r" b="b"/>
              <a:pathLst>
                <a:path w="1126843" h="185770">
                  <a:moveTo>
                    <a:pt x="23524" y="0"/>
                  </a:moveTo>
                  <a:lnTo>
                    <a:pt x="1103320" y="0"/>
                  </a:lnTo>
                  <a:cubicBezTo>
                    <a:pt x="1109559" y="0"/>
                    <a:pt x="1115542" y="2478"/>
                    <a:pt x="1119953" y="6890"/>
                  </a:cubicBezTo>
                  <a:cubicBezTo>
                    <a:pt x="1124365" y="11301"/>
                    <a:pt x="1126843" y="17285"/>
                    <a:pt x="1126843" y="23524"/>
                  </a:cubicBezTo>
                  <a:lnTo>
                    <a:pt x="1126843" y="162246"/>
                  </a:lnTo>
                  <a:cubicBezTo>
                    <a:pt x="1126843" y="168485"/>
                    <a:pt x="1124365" y="174468"/>
                    <a:pt x="1119953" y="178880"/>
                  </a:cubicBezTo>
                  <a:cubicBezTo>
                    <a:pt x="1115542" y="183291"/>
                    <a:pt x="1109559" y="185770"/>
                    <a:pt x="1103320" y="185770"/>
                  </a:cubicBezTo>
                  <a:lnTo>
                    <a:pt x="23524" y="185770"/>
                  </a:lnTo>
                  <a:cubicBezTo>
                    <a:pt x="17285" y="185770"/>
                    <a:pt x="11301" y="183291"/>
                    <a:pt x="6890" y="178880"/>
                  </a:cubicBezTo>
                  <a:cubicBezTo>
                    <a:pt x="2478" y="174468"/>
                    <a:pt x="0" y="168485"/>
                    <a:pt x="0" y="162246"/>
                  </a:cubicBezTo>
                  <a:lnTo>
                    <a:pt x="0" y="23524"/>
                  </a:lnTo>
                  <a:cubicBezTo>
                    <a:pt x="0" y="17285"/>
                    <a:pt x="2478" y="11301"/>
                    <a:pt x="6890" y="6890"/>
                  </a:cubicBezTo>
                  <a:cubicBezTo>
                    <a:pt x="11301" y="2478"/>
                    <a:pt x="17285" y="0"/>
                    <a:pt x="23524" y="0"/>
                  </a:cubicBezTo>
                  <a:close/>
                </a:path>
              </a:pathLst>
            </a:custGeom>
            <a:solidFill>
              <a:srgbClr val="D5BFE4"/>
            </a:solidFill>
            <a:ln w="28575" cap="sq">
              <a:solidFill>
                <a:srgbClr val="006E85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0" y="-38100"/>
              <a:ext cx="1126843" cy="2238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2824713" y="2715229"/>
            <a:ext cx="995698" cy="573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20"/>
              </a:lnSpc>
              <a:spcBef>
                <a:spcPct val="0"/>
              </a:spcBef>
            </a:pPr>
            <a:r>
              <a:rPr lang="en-US" sz="3300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Misi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633313" y="3775806"/>
            <a:ext cx="7103814" cy="4900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Meminimalkan</a:t>
            </a:r>
            <a:r>
              <a:rPr lang="en-US" sz="24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kesalahan</a:t>
            </a:r>
            <a:r>
              <a:rPr lang="en-US" sz="24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pencatatan</a:t>
            </a:r>
            <a:r>
              <a:rPr lang="en-US" sz="24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serta</a:t>
            </a:r>
            <a:r>
              <a:rPr lang="en-US" sz="24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meningkatkan</a:t>
            </a:r>
            <a:r>
              <a:rPr lang="en-US" sz="24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kecepatan</a:t>
            </a:r>
            <a:r>
              <a:rPr lang="en-US" sz="24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dan </a:t>
            </a:r>
            <a:r>
              <a:rPr lang="en-US" sz="2499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akurasi</a:t>
            </a:r>
            <a:r>
              <a:rPr lang="en-US" sz="24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laporan</a:t>
            </a:r>
            <a:r>
              <a:rPr lang="en-US" sz="24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Menyediakan</a:t>
            </a:r>
            <a:r>
              <a:rPr lang="en-US" sz="24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layanan</a:t>
            </a:r>
            <a:r>
              <a:rPr lang="en-US" sz="24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penyewaan</a:t>
            </a:r>
            <a:r>
              <a:rPr lang="en-US" sz="24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kios</a:t>
            </a:r>
            <a:r>
              <a:rPr lang="en-US" sz="24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yang </a:t>
            </a:r>
            <a:r>
              <a:rPr lang="en-US" sz="2499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transparan</a:t>
            </a:r>
            <a:r>
              <a:rPr lang="en-US" sz="24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2499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mudah</a:t>
            </a:r>
            <a:r>
              <a:rPr lang="en-US" sz="24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diakses</a:t>
            </a:r>
            <a:r>
              <a:rPr lang="en-US" sz="24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, dan </a:t>
            </a:r>
            <a:r>
              <a:rPr lang="en-US" sz="2499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terintegrasi</a:t>
            </a:r>
            <a:r>
              <a:rPr lang="en-US" sz="24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secara</a:t>
            </a:r>
            <a:r>
              <a:rPr lang="en-US" sz="24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online </a:t>
            </a:r>
            <a:r>
              <a:rPr lang="en-US" sz="2499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melalui</a:t>
            </a:r>
            <a:r>
              <a:rPr lang="en-US" sz="24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website.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Meningkatkan</a:t>
            </a:r>
            <a:r>
              <a:rPr lang="en-US" sz="24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kenyamanan</a:t>
            </a:r>
            <a:r>
              <a:rPr lang="en-US" sz="24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penyewa</a:t>
            </a:r>
            <a:r>
              <a:rPr lang="en-US" sz="24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dan </a:t>
            </a:r>
            <a:r>
              <a:rPr lang="en-US" sz="2499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pemilik</a:t>
            </a:r>
            <a:r>
              <a:rPr lang="en-US" sz="24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kios</a:t>
            </a:r>
            <a:r>
              <a:rPr lang="en-US" sz="24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dengan</a:t>
            </a:r>
            <a:r>
              <a:rPr lang="en-US" sz="24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sistem</a:t>
            </a:r>
            <a:r>
              <a:rPr lang="en-US" sz="24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manajemen</a:t>
            </a:r>
            <a:r>
              <a:rPr lang="en-US" sz="24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sewa</a:t>
            </a:r>
            <a:r>
              <a:rPr lang="en-US" sz="24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yang </a:t>
            </a:r>
            <a:r>
              <a:rPr lang="en-US" sz="2499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efisien</a:t>
            </a:r>
            <a:r>
              <a:rPr lang="en-US" sz="24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dan </a:t>
            </a:r>
            <a:r>
              <a:rPr lang="en-US" sz="2499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aman</a:t>
            </a:r>
            <a:r>
              <a:rPr lang="en-US" sz="24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Menghadirkan</a:t>
            </a:r>
            <a:r>
              <a:rPr lang="en-US" sz="24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informasi</a:t>
            </a:r>
            <a:r>
              <a:rPr lang="en-US" sz="24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kios</a:t>
            </a:r>
            <a:r>
              <a:rPr lang="en-US" sz="24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yang </a:t>
            </a:r>
            <a:r>
              <a:rPr lang="en-US" sz="2499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lengkap</a:t>
            </a:r>
            <a:r>
              <a:rPr lang="en-US" sz="24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2499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akurat</a:t>
            </a:r>
            <a:r>
              <a:rPr lang="en-US" sz="24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, dan </a:t>
            </a:r>
            <a:r>
              <a:rPr lang="en-US" sz="2499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diperbarui</a:t>
            </a:r>
            <a:r>
              <a:rPr lang="en-US" sz="24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secara</a:t>
            </a:r>
            <a:r>
              <a:rPr lang="en-US" sz="24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499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berkala</a:t>
            </a:r>
            <a:r>
              <a:rPr lang="en-US" sz="24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  <p:sp>
        <p:nvSpPr>
          <p:cNvPr id="42" name="Freeform 42"/>
          <p:cNvSpPr/>
          <p:nvPr/>
        </p:nvSpPr>
        <p:spPr>
          <a:xfrm rot="-1577718">
            <a:off x="16387005" y="9032947"/>
            <a:ext cx="700244" cy="940327"/>
          </a:xfrm>
          <a:custGeom>
            <a:avLst/>
            <a:gdLst/>
            <a:ahLst/>
            <a:cxnLst/>
            <a:rect l="l" t="t" r="r" b="b"/>
            <a:pathLst>
              <a:path w="700244" h="940327">
                <a:moveTo>
                  <a:pt x="0" y="0"/>
                </a:moveTo>
                <a:lnTo>
                  <a:pt x="700243" y="0"/>
                </a:lnTo>
                <a:lnTo>
                  <a:pt x="700243" y="940327"/>
                </a:lnTo>
                <a:lnTo>
                  <a:pt x="0" y="94032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986192" y="1123950"/>
            <a:ext cx="5885931" cy="8736076"/>
          </a:xfrm>
          <a:custGeom>
            <a:avLst/>
            <a:gdLst/>
            <a:ahLst/>
            <a:cxnLst/>
            <a:rect l="l" t="t" r="r" b="b"/>
            <a:pathLst>
              <a:path w="5885931" h="8736076">
                <a:moveTo>
                  <a:pt x="0" y="0"/>
                </a:moveTo>
                <a:lnTo>
                  <a:pt x="5885932" y="0"/>
                </a:lnTo>
                <a:lnTo>
                  <a:pt x="5885932" y="8736076"/>
                </a:lnTo>
                <a:lnTo>
                  <a:pt x="0" y="87360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895600" y="426974"/>
            <a:ext cx="11898890" cy="6711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995"/>
              </a:lnSpc>
            </a:pPr>
            <a:r>
              <a:rPr lang="en-US" sz="4945" dirty="0">
                <a:solidFill>
                  <a:srgbClr val="000000"/>
                </a:solidFill>
                <a:latin typeface="Chunk Five"/>
                <a:ea typeface="Chunk Five"/>
                <a:cs typeface="Chunk Five"/>
                <a:sym typeface="Chunk Five"/>
              </a:rPr>
              <a:t>Business Process Model and Notation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4871016" y="1531352"/>
            <a:ext cx="7315200" cy="2500468"/>
          </a:xfrm>
          <a:custGeom>
            <a:avLst/>
            <a:gdLst/>
            <a:ahLst/>
            <a:cxnLst/>
            <a:rect l="l" t="t" r="r" b="b"/>
            <a:pathLst>
              <a:path w="7315200" h="2500468">
                <a:moveTo>
                  <a:pt x="0" y="0"/>
                </a:moveTo>
                <a:lnTo>
                  <a:pt x="7315200" y="0"/>
                </a:lnTo>
                <a:lnTo>
                  <a:pt x="7315200" y="2500468"/>
                </a:lnTo>
                <a:lnTo>
                  <a:pt x="0" y="25004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2786993" y="2571975"/>
            <a:ext cx="13042963" cy="6085551"/>
            <a:chOff x="0" y="0"/>
            <a:chExt cx="3099381" cy="144610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099382" cy="1446101"/>
            </a:xfrm>
            <a:custGeom>
              <a:avLst/>
              <a:gdLst/>
              <a:ahLst/>
              <a:cxnLst/>
              <a:rect l="l" t="t" r="r" b="b"/>
              <a:pathLst>
                <a:path w="3099382" h="1446101">
                  <a:moveTo>
                    <a:pt x="7123" y="0"/>
                  </a:moveTo>
                  <a:lnTo>
                    <a:pt x="3092259" y="0"/>
                  </a:lnTo>
                  <a:cubicBezTo>
                    <a:pt x="3094148" y="0"/>
                    <a:pt x="3095959" y="750"/>
                    <a:pt x="3097295" y="2086"/>
                  </a:cubicBezTo>
                  <a:cubicBezTo>
                    <a:pt x="3098631" y="3422"/>
                    <a:pt x="3099382" y="5234"/>
                    <a:pt x="3099382" y="7123"/>
                  </a:cubicBezTo>
                  <a:lnTo>
                    <a:pt x="3099382" y="1438978"/>
                  </a:lnTo>
                  <a:cubicBezTo>
                    <a:pt x="3099382" y="1440868"/>
                    <a:pt x="3098631" y="1442679"/>
                    <a:pt x="3097295" y="1444015"/>
                  </a:cubicBezTo>
                  <a:cubicBezTo>
                    <a:pt x="3095959" y="1445351"/>
                    <a:pt x="3094148" y="1446101"/>
                    <a:pt x="3092259" y="1446101"/>
                  </a:cubicBezTo>
                  <a:lnTo>
                    <a:pt x="7123" y="1446101"/>
                  </a:lnTo>
                  <a:cubicBezTo>
                    <a:pt x="5234" y="1446101"/>
                    <a:pt x="3422" y="1445351"/>
                    <a:pt x="2086" y="1444015"/>
                  </a:cubicBezTo>
                  <a:cubicBezTo>
                    <a:pt x="750" y="1442679"/>
                    <a:pt x="0" y="1440868"/>
                    <a:pt x="0" y="1438978"/>
                  </a:cubicBezTo>
                  <a:lnTo>
                    <a:pt x="0" y="7123"/>
                  </a:lnTo>
                  <a:cubicBezTo>
                    <a:pt x="0" y="5234"/>
                    <a:pt x="750" y="3422"/>
                    <a:pt x="2086" y="2086"/>
                  </a:cubicBezTo>
                  <a:cubicBezTo>
                    <a:pt x="3422" y="750"/>
                    <a:pt x="5234" y="0"/>
                    <a:pt x="7123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6E85"/>
              </a:solidFill>
              <a:prstDash val="solid"/>
              <a:miter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3099381" cy="14842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2786993" y="2571975"/>
            <a:ext cx="13042963" cy="645950"/>
            <a:chOff x="0" y="0"/>
            <a:chExt cx="3099381" cy="153496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099382" cy="153496"/>
            </a:xfrm>
            <a:custGeom>
              <a:avLst/>
              <a:gdLst/>
              <a:ahLst/>
              <a:cxnLst/>
              <a:rect l="l" t="t" r="r" b="b"/>
              <a:pathLst>
                <a:path w="3099382" h="153496">
                  <a:moveTo>
                    <a:pt x="5936" y="0"/>
                  </a:moveTo>
                  <a:lnTo>
                    <a:pt x="3093446" y="0"/>
                  </a:lnTo>
                  <a:cubicBezTo>
                    <a:pt x="3095020" y="0"/>
                    <a:pt x="3096530" y="625"/>
                    <a:pt x="3097643" y="1739"/>
                  </a:cubicBezTo>
                  <a:cubicBezTo>
                    <a:pt x="3098756" y="2852"/>
                    <a:pt x="3099382" y="4361"/>
                    <a:pt x="3099382" y="5936"/>
                  </a:cubicBezTo>
                  <a:lnTo>
                    <a:pt x="3099382" y="147560"/>
                  </a:lnTo>
                  <a:cubicBezTo>
                    <a:pt x="3099382" y="150839"/>
                    <a:pt x="3096724" y="153496"/>
                    <a:pt x="3093446" y="153496"/>
                  </a:cubicBezTo>
                  <a:lnTo>
                    <a:pt x="5936" y="153496"/>
                  </a:lnTo>
                  <a:cubicBezTo>
                    <a:pt x="2658" y="153496"/>
                    <a:pt x="0" y="150839"/>
                    <a:pt x="0" y="147560"/>
                  </a:cubicBezTo>
                  <a:lnTo>
                    <a:pt x="0" y="5936"/>
                  </a:lnTo>
                  <a:cubicBezTo>
                    <a:pt x="0" y="2658"/>
                    <a:pt x="2658" y="0"/>
                    <a:pt x="5936" y="0"/>
                  </a:cubicBezTo>
                  <a:close/>
                </a:path>
              </a:pathLst>
            </a:custGeom>
            <a:solidFill>
              <a:srgbClr val="D5BFE4"/>
            </a:solidFill>
            <a:ln w="38100" cap="sq">
              <a:solidFill>
                <a:srgbClr val="006E85"/>
              </a:solidFill>
              <a:prstDash val="solid"/>
              <a:miter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3099381" cy="1915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3103181" y="2741248"/>
            <a:ext cx="307404" cy="30740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3A4A4"/>
            </a:solidFill>
            <a:ln w="28575" cap="sq">
              <a:solidFill>
                <a:srgbClr val="313131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5650423" y="8008066"/>
            <a:ext cx="7315200" cy="2500468"/>
          </a:xfrm>
          <a:custGeom>
            <a:avLst/>
            <a:gdLst/>
            <a:ahLst/>
            <a:cxnLst/>
            <a:rect l="l" t="t" r="r" b="b"/>
            <a:pathLst>
              <a:path w="7315200" h="2500468">
                <a:moveTo>
                  <a:pt x="0" y="0"/>
                </a:moveTo>
                <a:lnTo>
                  <a:pt x="7315200" y="0"/>
                </a:lnTo>
                <a:lnTo>
                  <a:pt x="7315200" y="2500468"/>
                </a:lnTo>
                <a:lnTo>
                  <a:pt x="0" y="25004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3542630" y="2741248"/>
            <a:ext cx="307404" cy="307404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2DE"/>
            </a:solidFill>
            <a:ln w="28575" cap="sq">
              <a:solidFill>
                <a:srgbClr val="313131"/>
              </a:solidFill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3982079" y="2741248"/>
            <a:ext cx="307404" cy="307404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FCDFF"/>
            </a:solidFill>
            <a:ln w="28575" cap="sq">
              <a:solidFill>
                <a:srgbClr val="313131"/>
              </a:solidFill>
              <a:prstDash val="solid"/>
              <a:miter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2145768" y="2698930"/>
            <a:ext cx="3173605" cy="392040"/>
            <a:chOff x="0" y="0"/>
            <a:chExt cx="754140" cy="9316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754140" cy="93160"/>
            </a:xfrm>
            <a:custGeom>
              <a:avLst/>
              <a:gdLst/>
              <a:ahLst/>
              <a:cxnLst/>
              <a:rect l="l" t="t" r="r" b="b"/>
              <a:pathLst>
                <a:path w="754140" h="93160">
                  <a:moveTo>
                    <a:pt x="24395" y="0"/>
                  </a:moveTo>
                  <a:lnTo>
                    <a:pt x="729745" y="0"/>
                  </a:lnTo>
                  <a:cubicBezTo>
                    <a:pt x="736215" y="0"/>
                    <a:pt x="742420" y="2570"/>
                    <a:pt x="746994" y="7145"/>
                  </a:cubicBezTo>
                  <a:cubicBezTo>
                    <a:pt x="751569" y="11720"/>
                    <a:pt x="754140" y="17925"/>
                    <a:pt x="754140" y="24395"/>
                  </a:cubicBezTo>
                  <a:lnTo>
                    <a:pt x="754140" y="68765"/>
                  </a:lnTo>
                  <a:cubicBezTo>
                    <a:pt x="754140" y="75235"/>
                    <a:pt x="751569" y="81440"/>
                    <a:pt x="746994" y="86015"/>
                  </a:cubicBezTo>
                  <a:cubicBezTo>
                    <a:pt x="742420" y="90590"/>
                    <a:pt x="736215" y="93160"/>
                    <a:pt x="729745" y="93160"/>
                  </a:cubicBezTo>
                  <a:lnTo>
                    <a:pt x="24395" y="93160"/>
                  </a:lnTo>
                  <a:cubicBezTo>
                    <a:pt x="17925" y="93160"/>
                    <a:pt x="11720" y="90590"/>
                    <a:pt x="7145" y="86015"/>
                  </a:cubicBezTo>
                  <a:cubicBezTo>
                    <a:pt x="2570" y="81440"/>
                    <a:pt x="0" y="75235"/>
                    <a:pt x="0" y="68765"/>
                  </a:cubicBezTo>
                  <a:lnTo>
                    <a:pt x="0" y="24395"/>
                  </a:lnTo>
                  <a:cubicBezTo>
                    <a:pt x="0" y="17925"/>
                    <a:pt x="2570" y="11720"/>
                    <a:pt x="7145" y="7145"/>
                  </a:cubicBezTo>
                  <a:cubicBezTo>
                    <a:pt x="11720" y="2570"/>
                    <a:pt x="17925" y="0"/>
                    <a:pt x="24395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6E85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38100"/>
              <a:ext cx="754140" cy="1312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3103180" y="3598925"/>
            <a:ext cx="12585669" cy="45688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Sistem</a:t>
            </a:r>
            <a:r>
              <a:rPr lang="en-US" sz="3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pengelolaan</a:t>
            </a:r>
            <a:r>
              <a:rPr lang="en-US" sz="3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kios</a:t>
            </a:r>
            <a:r>
              <a:rPr lang="en-US" sz="3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masih</a:t>
            </a:r>
            <a:r>
              <a:rPr lang="en-US" sz="3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dilakukan</a:t>
            </a:r>
            <a:r>
              <a:rPr lang="en-US" sz="3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secara</a:t>
            </a:r>
            <a:r>
              <a:rPr lang="en-US" sz="3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manual </a:t>
            </a:r>
            <a:r>
              <a:rPr lang="en-US" sz="32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menggunakan</a:t>
            </a:r>
            <a:r>
              <a:rPr lang="en-US" sz="3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pencatatan</a:t>
            </a:r>
            <a:r>
              <a:rPr lang="en-US" sz="3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di </a:t>
            </a:r>
            <a:r>
              <a:rPr lang="en-US" sz="32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buku</a:t>
            </a:r>
            <a:r>
              <a:rPr lang="en-US" sz="3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, </a:t>
            </a:r>
            <a:r>
              <a:rPr lang="en-US" sz="32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sehingga</a:t>
            </a:r>
            <a:r>
              <a:rPr lang="en-US" sz="3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rentan</a:t>
            </a:r>
            <a:r>
              <a:rPr lang="en-US" sz="3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terjadi</a:t>
            </a:r>
            <a:r>
              <a:rPr lang="en-US" sz="3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kesalahan</a:t>
            </a:r>
            <a:r>
              <a:rPr lang="en-US" sz="3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dan </a:t>
            </a:r>
            <a:r>
              <a:rPr lang="en-US" sz="32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keterlambatan</a:t>
            </a:r>
            <a:r>
              <a:rPr lang="en-US" sz="3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informasi</a:t>
            </a:r>
            <a:r>
              <a:rPr lang="en-US" sz="3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Pengelolaan</a:t>
            </a:r>
            <a:r>
              <a:rPr lang="en-US" sz="3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kios</a:t>
            </a:r>
            <a:r>
              <a:rPr lang="en-US" sz="3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tersebar</a:t>
            </a:r>
            <a:r>
              <a:rPr lang="en-US" sz="3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di </a:t>
            </a:r>
            <a:r>
              <a:rPr lang="en-US" sz="32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beberapa</a:t>
            </a:r>
            <a:r>
              <a:rPr lang="en-US" sz="3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lokasi</a:t>
            </a:r>
            <a:r>
              <a:rPr lang="en-US" sz="3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(Jakarta Timur dan Bekasi) </a:t>
            </a:r>
            <a:r>
              <a:rPr lang="en-US" sz="32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tanpa</a:t>
            </a:r>
            <a:r>
              <a:rPr lang="en-US" sz="3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adanya</a:t>
            </a:r>
            <a:r>
              <a:rPr lang="en-US" sz="3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sistem</a:t>
            </a:r>
            <a:r>
              <a:rPr lang="en-US" sz="3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yang </a:t>
            </a:r>
            <a:r>
              <a:rPr lang="en-US" sz="32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terpusat</a:t>
            </a:r>
            <a:r>
              <a:rPr lang="en-US" sz="3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Pemantauan</a:t>
            </a:r>
            <a:r>
              <a:rPr lang="en-US" sz="3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status </a:t>
            </a:r>
            <a:r>
              <a:rPr lang="en-US" sz="32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penyewa</a:t>
            </a:r>
            <a:r>
              <a:rPr lang="en-US" sz="3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dan </a:t>
            </a:r>
            <a:r>
              <a:rPr lang="en-US" sz="32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pembayaran</a:t>
            </a:r>
            <a:r>
              <a:rPr lang="en-US" sz="3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belum</a:t>
            </a:r>
            <a:r>
              <a:rPr lang="en-US" sz="3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dapat</a:t>
            </a:r>
            <a:r>
              <a:rPr lang="en-US" sz="3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dilakukan</a:t>
            </a:r>
            <a:r>
              <a:rPr lang="en-US" sz="3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secara</a:t>
            </a:r>
            <a:r>
              <a:rPr lang="en-US" sz="3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real-time.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Proses </a:t>
            </a:r>
            <a:r>
              <a:rPr lang="en-US" sz="32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penyewaan</a:t>
            </a:r>
            <a:r>
              <a:rPr lang="en-US" sz="3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kios</a:t>
            </a:r>
            <a:r>
              <a:rPr lang="en-US" sz="3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belum</a:t>
            </a:r>
            <a:r>
              <a:rPr lang="en-US" sz="3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dapat</a:t>
            </a:r>
            <a:r>
              <a:rPr lang="en-US" sz="3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dilakukan</a:t>
            </a:r>
            <a:r>
              <a:rPr lang="en-US" sz="3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secara</a:t>
            </a:r>
            <a:r>
              <a:rPr lang="en-US" sz="3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online.</a:t>
            </a:r>
          </a:p>
        </p:txBody>
      </p:sp>
      <p:sp>
        <p:nvSpPr>
          <p:cNvPr id="24" name="Freeform 24"/>
          <p:cNvSpPr/>
          <p:nvPr/>
        </p:nvSpPr>
        <p:spPr>
          <a:xfrm>
            <a:off x="-1073922" y="8911412"/>
            <a:ext cx="7315200" cy="2500468"/>
          </a:xfrm>
          <a:custGeom>
            <a:avLst/>
            <a:gdLst/>
            <a:ahLst/>
            <a:cxnLst/>
            <a:rect l="l" t="t" r="r" b="b"/>
            <a:pathLst>
              <a:path w="7315200" h="2500468">
                <a:moveTo>
                  <a:pt x="0" y="0"/>
                </a:moveTo>
                <a:lnTo>
                  <a:pt x="7315200" y="0"/>
                </a:lnTo>
                <a:lnTo>
                  <a:pt x="7315200" y="2500468"/>
                </a:lnTo>
                <a:lnTo>
                  <a:pt x="0" y="25004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25" name="Group 25"/>
          <p:cNvGrpSpPr/>
          <p:nvPr/>
        </p:nvGrpSpPr>
        <p:grpSpPr>
          <a:xfrm rot="-196716">
            <a:off x="1482875" y="635259"/>
            <a:ext cx="618045" cy="618045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47864" y="47864"/>
              <a:ext cx="717071" cy="717071"/>
            </a:xfrm>
            <a:custGeom>
              <a:avLst/>
              <a:gdLst/>
              <a:ahLst/>
              <a:cxnLst/>
              <a:rect l="l" t="t" r="r" b="b"/>
              <a:pathLst>
                <a:path w="717071" h="717071">
                  <a:moveTo>
                    <a:pt x="390321" y="20243"/>
                  </a:moveTo>
                  <a:lnTo>
                    <a:pt x="456066" y="161114"/>
                  </a:lnTo>
                  <a:cubicBezTo>
                    <a:pt x="476599" y="205109"/>
                    <a:pt x="511962" y="240473"/>
                    <a:pt x="555958" y="261006"/>
                  </a:cubicBezTo>
                  <a:lnTo>
                    <a:pt x="696829" y="326751"/>
                  </a:lnTo>
                  <a:cubicBezTo>
                    <a:pt x="709178" y="332514"/>
                    <a:pt x="717072" y="344908"/>
                    <a:pt x="717072" y="358536"/>
                  </a:cubicBezTo>
                  <a:cubicBezTo>
                    <a:pt x="717072" y="372164"/>
                    <a:pt x="709178" y="384558"/>
                    <a:pt x="696829" y="390321"/>
                  </a:cubicBezTo>
                  <a:lnTo>
                    <a:pt x="555958" y="456066"/>
                  </a:lnTo>
                  <a:cubicBezTo>
                    <a:pt x="511962" y="476599"/>
                    <a:pt x="476599" y="511962"/>
                    <a:pt x="456066" y="555958"/>
                  </a:cubicBezTo>
                  <a:lnTo>
                    <a:pt x="390321" y="696829"/>
                  </a:lnTo>
                  <a:cubicBezTo>
                    <a:pt x="384558" y="709178"/>
                    <a:pt x="372164" y="717072"/>
                    <a:pt x="358536" y="717072"/>
                  </a:cubicBezTo>
                  <a:cubicBezTo>
                    <a:pt x="344908" y="717072"/>
                    <a:pt x="332514" y="709178"/>
                    <a:pt x="326751" y="696829"/>
                  </a:cubicBezTo>
                  <a:lnTo>
                    <a:pt x="261006" y="555958"/>
                  </a:lnTo>
                  <a:cubicBezTo>
                    <a:pt x="240473" y="511962"/>
                    <a:pt x="205109" y="476599"/>
                    <a:pt x="161114" y="456066"/>
                  </a:cubicBezTo>
                  <a:lnTo>
                    <a:pt x="20243" y="390321"/>
                  </a:lnTo>
                  <a:cubicBezTo>
                    <a:pt x="7894" y="384558"/>
                    <a:pt x="0" y="372164"/>
                    <a:pt x="0" y="358536"/>
                  </a:cubicBezTo>
                  <a:cubicBezTo>
                    <a:pt x="0" y="344908"/>
                    <a:pt x="7894" y="332514"/>
                    <a:pt x="20243" y="326751"/>
                  </a:cubicBezTo>
                  <a:lnTo>
                    <a:pt x="161114" y="261006"/>
                  </a:lnTo>
                  <a:cubicBezTo>
                    <a:pt x="205109" y="240473"/>
                    <a:pt x="240473" y="205109"/>
                    <a:pt x="261006" y="161114"/>
                  </a:cubicBezTo>
                  <a:lnTo>
                    <a:pt x="326751" y="20243"/>
                  </a:lnTo>
                  <a:cubicBezTo>
                    <a:pt x="332514" y="7894"/>
                    <a:pt x="344908" y="0"/>
                    <a:pt x="358536" y="0"/>
                  </a:cubicBezTo>
                  <a:cubicBezTo>
                    <a:pt x="372164" y="0"/>
                    <a:pt x="384558" y="7894"/>
                    <a:pt x="390321" y="20243"/>
                  </a:cubicBezTo>
                  <a:close/>
                </a:path>
              </a:pathLst>
            </a:custGeom>
            <a:solidFill>
              <a:srgbClr val="FFEBB5"/>
            </a:solidFill>
            <a:ln w="19050" cap="sq">
              <a:solidFill>
                <a:srgbClr val="313131"/>
              </a:solidFill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 rot="-250839">
            <a:off x="16194471" y="7803699"/>
            <a:ext cx="618045" cy="618045"/>
            <a:chOff x="0" y="0"/>
            <a:chExt cx="812800" cy="812800"/>
          </a:xfrm>
        </p:grpSpPr>
        <p:sp>
          <p:nvSpPr>
            <p:cNvPr id="29" name="Freeform 29"/>
            <p:cNvSpPr/>
            <p:nvPr/>
          </p:nvSpPr>
          <p:spPr>
            <a:xfrm>
              <a:off x="47864" y="47864"/>
              <a:ext cx="717071" cy="717071"/>
            </a:xfrm>
            <a:custGeom>
              <a:avLst/>
              <a:gdLst/>
              <a:ahLst/>
              <a:cxnLst/>
              <a:rect l="l" t="t" r="r" b="b"/>
              <a:pathLst>
                <a:path w="717071" h="717071">
                  <a:moveTo>
                    <a:pt x="390321" y="20243"/>
                  </a:moveTo>
                  <a:lnTo>
                    <a:pt x="456066" y="161114"/>
                  </a:lnTo>
                  <a:cubicBezTo>
                    <a:pt x="476599" y="205109"/>
                    <a:pt x="511962" y="240473"/>
                    <a:pt x="555958" y="261006"/>
                  </a:cubicBezTo>
                  <a:lnTo>
                    <a:pt x="696829" y="326751"/>
                  </a:lnTo>
                  <a:cubicBezTo>
                    <a:pt x="709178" y="332514"/>
                    <a:pt x="717072" y="344908"/>
                    <a:pt x="717072" y="358536"/>
                  </a:cubicBezTo>
                  <a:cubicBezTo>
                    <a:pt x="717072" y="372164"/>
                    <a:pt x="709178" y="384558"/>
                    <a:pt x="696829" y="390321"/>
                  </a:cubicBezTo>
                  <a:lnTo>
                    <a:pt x="555958" y="456066"/>
                  </a:lnTo>
                  <a:cubicBezTo>
                    <a:pt x="511962" y="476599"/>
                    <a:pt x="476599" y="511962"/>
                    <a:pt x="456066" y="555958"/>
                  </a:cubicBezTo>
                  <a:lnTo>
                    <a:pt x="390321" y="696829"/>
                  </a:lnTo>
                  <a:cubicBezTo>
                    <a:pt x="384558" y="709178"/>
                    <a:pt x="372164" y="717072"/>
                    <a:pt x="358536" y="717072"/>
                  </a:cubicBezTo>
                  <a:cubicBezTo>
                    <a:pt x="344908" y="717072"/>
                    <a:pt x="332514" y="709178"/>
                    <a:pt x="326751" y="696829"/>
                  </a:cubicBezTo>
                  <a:lnTo>
                    <a:pt x="261006" y="555958"/>
                  </a:lnTo>
                  <a:cubicBezTo>
                    <a:pt x="240473" y="511962"/>
                    <a:pt x="205109" y="476599"/>
                    <a:pt x="161114" y="456066"/>
                  </a:cubicBezTo>
                  <a:lnTo>
                    <a:pt x="20243" y="390321"/>
                  </a:lnTo>
                  <a:cubicBezTo>
                    <a:pt x="7894" y="384558"/>
                    <a:pt x="0" y="372164"/>
                    <a:pt x="0" y="358536"/>
                  </a:cubicBezTo>
                  <a:cubicBezTo>
                    <a:pt x="0" y="344908"/>
                    <a:pt x="7894" y="332514"/>
                    <a:pt x="20243" y="326751"/>
                  </a:cubicBezTo>
                  <a:lnTo>
                    <a:pt x="161114" y="261006"/>
                  </a:lnTo>
                  <a:cubicBezTo>
                    <a:pt x="205109" y="240473"/>
                    <a:pt x="240473" y="205109"/>
                    <a:pt x="261006" y="161114"/>
                  </a:cubicBezTo>
                  <a:lnTo>
                    <a:pt x="326751" y="20243"/>
                  </a:lnTo>
                  <a:cubicBezTo>
                    <a:pt x="332514" y="7894"/>
                    <a:pt x="344908" y="0"/>
                    <a:pt x="358536" y="0"/>
                  </a:cubicBezTo>
                  <a:cubicBezTo>
                    <a:pt x="372164" y="0"/>
                    <a:pt x="384558" y="7894"/>
                    <a:pt x="390321" y="20243"/>
                  </a:cubicBezTo>
                  <a:close/>
                </a:path>
              </a:pathLst>
            </a:custGeom>
            <a:solidFill>
              <a:srgbClr val="FFEBB5"/>
            </a:solidFill>
            <a:ln w="19050" cap="sq">
              <a:solidFill>
                <a:srgbClr val="313131"/>
              </a:solidFill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 rot="197763">
            <a:off x="15667679" y="1985280"/>
            <a:ext cx="618045" cy="618045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47864" y="47864"/>
              <a:ext cx="717071" cy="717071"/>
            </a:xfrm>
            <a:custGeom>
              <a:avLst/>
              <a:gdLst/>
              <a:ahLst/>
              <a:cxnLst/>
              <a:rect l="l" t="t" r="r" b="b"/>
              <a:pathLst>
                <a:path w="717071" h="717071">
                  <a:moveTo>
                    <a:pt x="390321" y="20243"/>
                  </a:moveTo>
                  <a:lnTo>
                    <a:pt x="456066" y="161114"/>
                  </a:lnTo>
                  <a:cubicBezTo>
                    <a:pt x="476599" y="205109"/>
                    <a:pt x="511962" y="240473"/>
                    <a:pt x="555958" y="261006"/>
                  </a:cubicBezTo>
                  <a:lnTo>
                    <a:pt x="696829" y="326751"/>
                  </a:lnTo>
                  <a:cubicBezTo>
                    <a:pt x="709178" y="332514"/>
                    <a:pt x="717072" y="344908"/>
                    <a:pt x="717072" y="358536"/>
                  </a:cubicBezTo>
                  <a:cubicBezTo>
                    <a:pt x="717072" y="372164"/>
                    <a:pt x="709178" y="384558"/>
                    <a:pt x="696829" y="390321"/>
                  </a:cubicBezTo>
                  <a:lnTo>
                    <a:pt x="555958" y="456066"/>
                  </a:lnTo>
                  <a:cubicBezTo>
                    <a:pt x="511962" y="476599"/>
                    <a:pt x="476599" y="511962"/>
                    <a:pt x="456066" y="555958"/>
                  </a:cubicBezTo>
                  <a:lnTo>
                    <a:pt x="390321" y="696829"/>
                  </a:lnTo>
                  <a:cubicBezTo>
                    <a:pt x="384558" y="709178"/>
                    <a:pt x="372164" y="717072"/>
                    <a:pt x="358536" y="717072"/>
                  </a:cubicBezTo>
                  <a:cubicBezTo>
                    <a:pt x="344908" y="717072"/>
                    <a:pt x="332514" y="709178"/>
                    <a:pt x="326751" y="696829"/>
                  </a:cubicBezTo>
                  <a:lnTo>
                    <a:pt x="261006" y="555958"/>
                  </a:lnTo>
                  <a:cubicBezTo>
                    <a:pt x="240473" y="511962"/>
                    <a:pt x="205109" y="476599"/>
                    <a:pt x="161114" y="456066"/>
                  </a:cubicBezTo>
                  <a:lnTo>
                    <a:pt x="20243" y="390321"/>
                  </a:lnTo>
                  <a:cubicBezTo>
                    <a:pt x="7894" y="384558"/>
                    <a:pt x="0" y="372164"/>
                    <a:pt x="0" y="358536"/>
                  </a:cubicBezTo>
                  <a:cubicBezTo>
                    <a:pt x="0" y="344908"/>
                    <a:pt x="7894" y="332514"/>
                    <a:pt x="20243" y="326751"/>
                  </a:cubicBezTo>
                  <a:lnTo>
                    <a:pt x="161114" y="261006"/>
                  </a:lnTo>
                  <a:cubicBezTo>
                    <a:pt x="205109" y="240473"/>
                    <a:pt x="240473" y="205109"/>
                    <a:pt x="261006" y="161114"/>
                  </a:cubicBezTo>
                  <a:lnTo>
                    <a:pt x="326751" y="20243"/>
                  </a:lnTo>
                  <a:cubicBezTo>
                    <a:pt x="332514" y="7894"/>
                    <a:pt x="344908" y="0"/>
                    <a:pt x="358536" y="0"/>
                  </a:cubicBezTo>
                  <a:cubicBezTo>
                    <a:pt x="372164" y="0"/>
                    <a:pt x="384558" y="7894"/>
                    <a:pt x="390321" y="20243"/>
                  </a:cubicBezTo>
                  <a:close/>
                </a:path>
              </a:pathLst>
            </a:custGeom>
            <a:solidFill>
              <a:srgbClr val="FFEBB5"/>
            </a:solidFill>
            <a:ln w="19050" cap="sq">
              <a:solidFill>
                <a:srgbClr val="313131"/>
              </a:solidFill>
              <a:prstDash val="solid"/>
              <a:miter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 rot="767333">
            <a:off x="527549" y="6980998"/>
            <a:ext cx="456307" cy="456307"/>
            <a:chOff x="0" y="0"/>
            <a:chExt cx="812800" cy="812800"/>
          </a:xfrm>
        </p:grpSpPr>
        <p:sp>
          <p:nvSpPr>
            <p:cNvPr id="35" name="Freeform 35"/>
            <p:cNvSpPr/>
            <p:nvPr/>
          </p:nvSpPr>
          <p:spPr>
            <a:xfrm>
              <a:off x="64830" y="64830"/>
              <a:ext cx="683140" cy="683140"/>
            </a:xfrm>
            <a:custGeom>
              <a:avLst/>
              <a:gdLst/>
              <a:ahLst/>
              <a:cxnLst/>
              <a:rect l="l" t="t" r="r" b="b"/>
              <a:pathLst>
                <a:path w="683140" h="683140">
                  <a:moveTo>
                    <a:pt x="384622" y="27417"/>
                  </a:moveTo>
                  <a:lnTo>
                    <a:pt x="427833" y="120008"/>
                  </a:lnTo>
                  <a:cubicBezTo>
                    <a:pt x="455644" y="179597"/>
                    <a:pt x="503543" y="227496"/>
                    <a:pt x="563132" y="255306"/>
                  </a:cubicBezTo>
                  <a:lnTo>
                    <a:pt x="655723" y="298518"/>
                  </a:lnTo>
                  <a:cubicBezTo>
                    <a:pt x="672449" y="306324"/>
                    <a:pt x="683140" y="323112"/>
                    <a:pt x="683140" y="341570"/>
                  </a:cubicBezTo>
                  <a:cubicBezTo>
                    <a:pt x="683140" y="360028"/>
                    <a:pt x="672449" y="376816"/>
                    <a:pt x="655723" y="384622"/>
                  </a:cubicBezTo>
                  <a:lnTo>
                    <a:pt x="563132" y="427833"/>
                  </a:lnTo>
                  <a:cubicBezTo>
                    <a:pt x="503543" y="455644"/>
                    <a:pt x="455644" y="503543"/>
                    <a:pt x="427833" y="563132"/>
                  </a:cubicBezTo>
                  <a:lnTo>
                    <a:pt x="384622" y="655723"/>
                  </a:lnTo>
                  <a:cubicBezTo>
                    <a:pt x="376816" y="672449"/>
                    <a:pt x="360028" y="683140"/>
                    <a:pt x="341570" y="683140"/>
                  </a:cubicBezTo>
                  <a:cubicBezTo>
                    <a:pt x="323112" y="683140"/>
                    <a:pt x="306324" y="672449"/>
                    <a:pt x="298518" y="655723"/>
                  </a:cubicBezTo>
                  <a:lnTo>
                    <a:pt x="255306" y="563132"/>
                  </a:lnTo>
                  <a:cubicBezTo>
                    <a:pt x="227496" y="503543"/>
                    <a:pt x="179597" y="455644"/>
                    <a:pt x="120008" y="427833"/>
                  </a:cubicBezTo>
                  <a:lnTo>
                    <a:pt x="27417" y="384622"/>
                  </a:lnTo>
                  <a:cubicBezTo>
                    <a:pt x="10691" y="376816"/>
                    <a:pt x="0" y="360028"/>
                    <a:pt x="0" y="341570"/>
                  </a:cubicBezTo>
                  <a:cubicBezTo>
                    <a:pt x="0" y="323112"/>
                    <a:pt x="10691" y="306324"/>
                    <a:pt x="27417" y="298518"/>
                  </a:cubicBezTo>
                  <a:lnTo>
                    <a:pt x="120008" y="255306"/>
                  </a:lnTo>
                  <a:cubicBezTo>
                    <a:pt x="179597" y="227496"/>
                    <a:pt x="227496" y="179597"/>
                    <a:pt x="255306" y="120008"/>
                  </a:cubicBezTo>
                  <a:lnTo>
                    <a:pt x="298518" y="27417"/>
                  </a:lnTo>
                  <a:cubicBezTo>
                    <a:pt x="306324" y="10691"/>
                    <a:pt x="323112" y="0"/>
                    <a:pt x="341570" y="0"/>
                  </a:cubicBezTo>
                  <a:cubicBezTo>
                    <a:pt x="360028" y="0"/>
                    <a:pt x="376816" y="10691"/>
                    <a:pt x="384622" y="27417"/>
                  </a:cubicBezTo>
                  <a:close/>
                </a:path>
              </a:pathLst>
            </a:custGeom>
            <a:solidFill>
              <a:srgbClr val="FFEBB5"/>
            </a:solidFill>
            <a:ln w="19050" cap="sq">
              <a:solidFill>
                <a:srgbClr val="313131"/>
              </a:solidFill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6302981" y="-2097445"/>
            <a:ext cx="3970038" cy="3970038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D5BFE7"/>
              </a:solidFill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0" name="Group 40"/>
          <p:cNvGrpSpPr/>
          <p:nvPr/>
        </p:nvGrpSpPr>
        <p:grpSpPr>
          <a:xfrm rot="145916">
            <a:off x="16643060" y="1103204"/>
            <a:ext cx="382326" cy="334535"/>
            <a:chOff x="0" y="0"/>
            <a:chExt cx="812800" cy="711200"/>
          </a:xfrm>
        </p:grpSpPr>
        <p:sp>
          <p:nvSpPr>
            <p:cNvPr id="41" name="Freeform 41"/>
            <p:cNvSpPr/>
            <p:nvPr/>
          </p:nvSpPr>
          <p:spPr>
            <a:xfrm>
              <a:off x="-33680" y="-8369"/>
              <a:ext cx="854946" cy="719569"/>
            </a:xfrm>
            <a:custGeom>
              <a:avLst/>
              <a:gdLst/>
              <a:ahLst/>
              <a:cxnLst/>
              <a:rect l="l" t="t" r="r" b="b"/>
              <a:pathLst>
                <a:path w="854946" h="719569">
                  <a:moveTo>
                    <a:pt x="65903" y="121927"/>
                  </a:moveTo>
                  <a:cubicBezTo>
                    <a:pt x="0" y="230500"/>
                    <a:pt x="46429" y="336178"/>
                    <a:pt x="104776" y="392266"/>
                  </a:cubicBezTo>
                  <a:lnTo>
                    <a:pt x="445927" y="719569"/>
                  </a:lnTo>
                  <a:lnTo>
                    <a:pt x="779877" y="393436"/>
                  </a:lnTo>
                  <a:cubicBezTo>
                    <a:pt x="834145" y="333099"/>
                    <a:pt x="854946" y="269099"/>
                    <a:pt x="843393" y="197834"/>
                  </a:cubicBezTo>
                  <a:cubicBezTo>
                    <a:pt x="827435" y="99251"/>
                    <a:pt x="746197" y="22767"/>
                    <a:pt x="645842" y="11845"/>
                  </a:cubicBezTo>
                  <a:cubicBezTo>
                    <a:pt x="584292" y="5218"/>
                    <a:pt x="524835" y="22636"/>
                    <a:pt x="478430" y="61198"/>
                  </a:cubicBezTo>
                  <a:cubicBezTo>
                    <a:pt x="465940" y="71573"/>
                    <a:pt x="454776" y="83173"/>
                    <a:pt x="445047" y="95780"/>
                  </a:cubicBezTo>
                  <a:cubicBezTo>
                    <a:pt x="433503" y="81425"/>
                    <a:pt x="419967" y="68294"/>
                    <a:pt x="404657" y="56657"/>
                  </a:cubicBezTo>
                  <a:cubicBezTo>
                    <a:pt x="351294" y="16102"/>
                    <a:pt x="283367" y="0"/>
                    <a:pt x="218120" y="12523"/>
                  </a:cubicBezTo>
                  <a:cubicBezTo>
                    <a:pt x="156323" y="24461"/>
                    <a:pt x="100853" y="64323"/>
                    <a:pt x="65903" y="121927"/>
                  </a:cubicBezTo>
                  <a:close/>
                </a:path>
              </a:pathLst>
            </a:custGeom>
            <a:solidFill>
              <a:srgbClr val="FFB5EA"/>
            </a:solidFill>
            <a:ln w="28575" cap="sq">
              <a:solidFill>
                <a:srgbClr val="44A4A4"/>
              </a:solidFill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200" y="12700"/>
              <a:ext cx="6604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8932126" y="9105201"/>
            <a:ext cx="423749" cy="370780"/>
            <a:chOff x="0" y="0"/>
            <a:chExt cx="812800" cy="711200"/>
          </a:xfrm>
        </p:grpSpPr>
        <p:sp>
          <p:nvSpPr>
            <p:cNvPr id="44" name="Freeform 44"/>
            <p:cNvSpPr/>
            <p:nvPr/>
          </p:nvSpPr>
          <p:spPr>
            <a:xfrm>
              <a:off x="-33680" y="-8369"/>
              <a:ext cx="854946" cy="719569"/>
            </a:xfrm>
            <a:custGeom>
              <a:avLst/>
              <a:gdLst/>
              <a:ahLst/>
              <a:cxnLst/>
              <a:rect l="l" t="t" r="r" b="b"/>
              <a:pathLst>
                <a:path w="854946" h="719569">
                  <a:moveTo>
                    <a:pt x="65903" y="121927"/>
                  </a:moveTo>
                  <a:cubicBezTo>
                    <a:pt x="0" y="230500"/>
                    <a:pt x="46429" y="336178"/>
                    <a:pt x="104776" y="392266"/>
                  </a:cubicBezTo>
                  <a:lnTo>
                    <a:pt x="445927" y="719569"/>
                  </a:lnTo>
                  <a:lnTo>
                    <a:pt x="779877" y="393436"/>
                  </a:lnTo>
                  <a:cubicBezTo>
                    <a:pt x="834145" y="333099"/>
                    <a:pt x="854946" y="269099"/>
                    <a:pt x="843393" y="197834"/>
                  </a:cubicBezTo>
                  <a:cubicBezTo>
                    <a:pt x="827435" y="99251"/>
                    <a:pt x="746197" y="22767"/>
                    <a:pt x="645842" y="11845"/>
                  </a:cubicBezTo>
                  <a:cubicBezTo>
                    <a:pt x="584292" y="5218"/>
                    <a:pt x="524835" y="22636"/>
                    <a:pt x="478430" y="61198"/>
                  </a:cubicBezTo>
                  <a:cubicBezTo>
                    <a:pt x="465940" y="71573"/>
                    <a:pt x="454776" y="83173"/>
                    <a:pt x="445047" y="95780"/>
                  </a:cubicBezTo>
                  <a:cubicBezTo>
                    <a:pt x="433503" y="81425"/>
                    <a:pt x="419967" y="68294"/>
                    <a:pt x="404657" y="56657"/>
                  </a:cubicBezTo>
                  <a:cubicBezTo>
                    <a:pt x="351294" y="16102"/>
                    <a:pt x="283367" y="0"/>
                    <a:pt x="218120" y="12523"/>
                  </a:cubicBezTo>
                  <a:cubicBezTo>
                    <a:pt x="156323" y="24461"/>
                    <a:pt x="100853" y="64323"/>
                    <a:pt x="65903" y="121927"/>
                  </a:cubicBezTo>
                  <a:close/>
                </a:path>
              </a:pathLst>
            </a:custGeom>
            <a:solidFill>
              <a:srgbClr val="FFB5EA"/>
            </a:solidFill>
            <a:ln w="28575" cap="sq">
              <a:solidFill>
                <a:srgbClr val="44A4A4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6200" y="12700"/>
              <a:ext cx="6604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010372" y="1867067"/>
            <a:ext cx="8267255" cy="369660"/>
            <a:chOff x="0" y="0"/>
            <a:chExt cx="2177384" cy="97359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2177384" cy="97359"/>
            </a:xfrm>
            <a:custGeom>
              <a:avLst/>
              <a:gdLst/>
              <a:ahLst/>
              <a:cxnLst/>
              <a:rect l="l" t="t" r="r" b="b"/>
              <a:pathLst>
                <a:path w="2177384" h="97359">
                  <a:moveTo>
                    <a:pt x="0" y="0"/>
                  </a:moveTo>
                  <a:lnTo>
                    <a:pt x="2177384" y="0"/>
                  </a:lnTo>
                  <a:lnTo>
                    <a:pt x="2177384" y="97359"/>
                  </a:lnTo>
                  <a:lnTo>
                    <a:pt x="0" y="97359"/>
                  </a:lnTo>
                  <a:close/>
                </a:path>
              </a:pathLst>
            </a:custGeom>
            <a:solidFill>
              <a:srgbClr val="A8DED6"/>
            </a:solidFill>
            <a:ln cap="sq">
              <a:noFill/>
              <a:prstDash val="solid"/>
              <a:miter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0" y="-38100"/>
              <a:ext cx="2177384" cy="1354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4849888" y="1540877"/>
            <a:ext cx="8588224" cy="7479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95"/>
              </a:lnSpc>
            </a:pPr>
            <a:r>
              <a:rPr lang="en-US" sz="4945">
                <a:solidFill>
                  <a:srgbClr val="000000"/>
                </a:solidFill>
                <a:latin typeface="Chunk Five"/>
                <a:ea typeface="Chunk Five"/>
                <a:cs typeface="Chunk Five"/>
                <a:sym typeface="Chunk Five"/>
              </a:rPr>
              <a:t>IDENTIFIKASI MASALAH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4918750" cy="10676947"/>
            <a:chOff x="0" y="0"/>
            <a:chExt cx="1295473" cy="281203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95473" cy="2812036"/>
            </a:xfrm>
            <a:custGeom>
              <a:avLst/>
              <a:gdLst/>
              <a:ahLst/>
              <a:cxnLst/>
              <a:rect l="l" t="t" r="r" b="b"/>
              <a:pathLst>
                <a:path w="1295473" h="2812036">
                  <a:moveTo>
                    <a:pt x="0" y="0"/>
                  </a:moveTo>
                  <a:lnTo>
                    <a:pt x="1295473" y="0"/>
                  </a:lnTo>
                  <a:lnTo>
                    <a:pt x="1295473" y="2812036"/>
                  </a:lnTo>
                  <a:lnTo>
                    <a:pt x="0" y="2812036"/>
                  </a:lnTo>
                  <a:close/>
                </a:path>
              </a:pathLst>
            </a:custGeom>
            <a:solidFill>
              <a:srgbClr val="A8DED6"/>
            </a:solidFill>
            <a:ln w="38100" cap="sq">
              <a:solidFill>
                <a:srgbClr val="313131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95473" cy="28501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23309" y="1500533"/>
            <a:ext cx="356167" cy="356167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3A4A4"/>
            </a:solidFill>
            <a:ln w="28575" cap="sq">
              <a:solidFill>
                <a:srgbClr val="313131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flipH="1">
            <a:off x="16591713" y="707706"/>
            <a:ext cx="7315200" cy="2500468"/>
          </a:xfrm>
          <a:custGeom>
            <a:avLst/>
            <a:gdLst/>
            <a:ahLst/>
            <a:cxnLst/>
            <a:rect l="l" t="t" r="r" b="b"/>
            <a:pathLst>
              <a:path w="7315200" h="2500468">
                <a:moveTo>
                  <a:pt x="7315200" y="0"/>
                </a:moveTo>
                <a:lnTo>
                  <a:pt x="0" y="0"/>
                </a:lnTo>
                <a:lnTo>
                  <a:pt x="0" y="2500468"/>
                </a:lnTo>
                <a:lnTo>
                  <a:pt x="7315200" y="2500468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4673068" y="462024"/>
            <a:ext cx="491364" cy="49136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60205" y="60205"/>
              <a:ext cx="692391" cy="692391"/>
            </a:xfrm>
            <a:custGeom>
              <a:avLst/>
              <a:gdLst/>
              <a:ahLst/>
              <a:cxnLst/>
              <a:rect l="l" t="t" r="r" b="b"/>
              <a:pathLst>
                <a:path w="692391" h="692391">
                  <a:moveTo>
                    <a:pt x="386175" y="25461"/>
                  </a:moveTo>
                  <a:lnTo>
                    <a:pt x="435530" y="131214"/>
                  </a:lnTo>
                  <a:cubicBezTo>
                    <a:pt x="461356" y="186552"/>
                    <a:pt x="505838" y="231034"/>
                    <a:pt x="561176" y="256860"/>
                  </a:cubicBezTo>
                  <a:lnTo>
                    <a:pt x="666929" y="306215"/>
                  </a:lnTo>
                  <a:cubicBezTo>
                    <a:pt x="682462" y="313464"/>
                    <a:pt x="692390" y="329054"/>
                    <a:pt x="692390" y="346195"/>
                  </a:cubicBezTo>
                  <a:cubicBezTo>
                    <a:pt x="692390" y="363336"/>
                    <a:pt x="682462" y="378926"/>
                    <a:pt x="666929" y="386175"/>
                  </a:cubicBezTo>
                  <a:lnTo>
                    <a:pt x="561176" y="435530"/>
                  </a:lnTo>
                  <a:cubicBezTo>
                    <a:pt x="505838" y="461356"/>
                    <a:pt x="461356" y="505838"/>
                    <a:pt x="435530" y="561176"/>
                  </a:cubicBezTo>
                  <a:lnTo>
                    <a:pt x="386175" y="666929"/>
                  </a:lnTo>
                  <a:cubicBezTo>
                    <a:pt x="378926" y="682462"/>
                    <a:pt x="363336" y="692390"/>
                    <a:pt x="346195" y="692390"/>
                  </a:cubicBezTo>
                  <a:cubicBezTo>
                    <a:pt x="329054" y="692390"/>
                    <a:pt x="313464" y="682462"/>
                    <a:pt x="306215" y="666929"/>
                  </a:cubicBezTo>
                  <a:lnTo>
                    <a:pt x="256860" y="561176"/>
                  </a:lnTo>
                  <a:cubicBezTo>
                    <a:pt x="231034" y="505838"/>
                    <a:pt x="186552" y="461356"/>
                    <a:pt x="131214" y="435530"/>
                  </a:cubicBezTo>
                  <a:lnTo>
                    <a:pt x="25461" y="386175"/>
                  </a:lnTo>
                  <a:cubicBezTo>
                    <a:pt x="9928" y="378926"/>
                    <a:pt x="0" y="363336"/>
                    <a:pt x="0" y="346195"/>
                  </a:cubicBezTo>
                  <a:cubicBezTo>
                    <a:pt x="0" y="329054"/>
                    <a:pt x="9928" y="313464"/>
                    <a:pt x="25461" y="306215"/>
                  </a:cubicBezTo>
                  <a:lnTo>
                    <a:pt x="131214" y="256860"/>
                  </a:lnTo>
                  <a:cubicBezTo>
                    <a:pt x="186552" y="231034"/>
                    <a:pt x="231034" y="186552"/>
                    <a:pt x="256860" y="131214"/>
                  </a:cubicBezTo>
                  <a:lnTo>
                    <a:pt x="306215" y="25461"/>
                  </a:lnTo>
                  <a:cubicBezTo>
                    <a:pt x="313464" y="9928"/>
                    <a:pt x="329054" y="0"/>
                    <a:pt x="346195" y="0"/>
                  </a:cubicBezTo>
                  <a:cubicBezTo>
                    <a:pt x="363336" y="0"/>
                    <a:pt x="378926" y="9928"/>
                    <a:pt x="386175" y="25461"/>
                  </a:cubicBezTo>
                  <a:close/>
                </a:path>
              </a:pathLst>
            </a:custGeom>
            <a:solidFill>
              <a:srgbClr val="FFE9DE"/>
            </a:solidFill>
            <a:ln w="28575" cap="sq">
              <a:solidFill>
                <a:srgbClr val="313131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 rot="-196716">
            <a:off x="17016432" y="1007064"/>
            <a:ext cx="618045" cy="618045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47864" y="47864"/>
              <a:ext cx="717071" cy="717071"/>
            </a:xfrm>
            <a:custGeom>
              <a:avLst/>
              <a:gdLst/>
              <a:ahLst/>
              <a:cxnLst/>
              <a:rect l="l" t="t" r="r" b="b"/>
              <a:pathLst>
                <a:path w="717071" h="717071">
                  <a:moveTo>
                    <a:pt x="390321" y="20243"/>
                  </a:moveTo>
                  <a:lnTo>
                    <a:pt x="456066" y="161114"/>
                  </a:lnTo>
                  <a:cubicBezTo>
                    <a:pt x="476599" y="205109"/>
                    <a:pt x="511962" y="240473"/>
                    <a:pt x="555958" y="261006"/>
                  </a:cubicBezTo>
                  <a:lnTo>
                    <a:pt x="696829" y="326751"/>
                  </a:lnTo>
                  <a:cubicBezTo>
                    <a:pt x="709178" y="332514"/>
                    <a:pt x="717072" y="344908"/>
                    <a:pt x="717072" y="358536"/>
                  </a:cubicBezTo>
                  <a:cubicBezTo>
                    <a:pt x="717072" y="372164"/>
                    <a:pt x="709178" y="384558"/>
                    <a:pt x="696829" y="390321"/>
                  </a:cubicBezTo>
                  <a:lnTo>
                    <a:pt x="555958" y="456066"/>
                  </a:lnTo>
                  <a:cubicBezTo>
                    <a:pt x="511962" y="476599"/>
                    <a:pt x="476599" y="511962"/>
                    <a:pt x="456066" y="555958"/>
                  </a:cubicBezTo>
                  <a:lnTo>
                    <a:pt x="390321" y="696829"/>
                  </a:lnTo>
                  <a:cubicBezTo>
                    <a:pt x="384558" y="709178"/>
                    <a:pt x="372164" y="717072"/>
                    <a:pt x="358536" y="717072"/>
                  </a:cubicBezTo>
                  <a:cubicBezTo>
                    <a:pt x="344908" y="717072"/>
                    <a:pt x="332514" y="709178"/>
                    <a:pt x="326751" y="696829"/>
                  </a:cubicBezTo>
                  <a:lnTo>
                    <a:pt x="261006" y="555958"/>
                  </a:lnTo>
                  <a:cubicBezTo>
                    <a:pt x="240473" y="511962"/>
                    <a:pt x="205109" y="476599"/>
                    <a:pt x="161114" y="456066"/>
                  </a:cubicBezTo>
                  <a:lnTo>
                    <a:pt x="20243" y="390321"/>
                  </a:lnTo>
                  <a:cubicBezTo>
                    <a:pt x="7894" y="384558"/>
                    <a:pt x="0" y="372164"/>
                    <a:pt x="0" y="358536"/>
                  </a:cubicBezTo>
                  <a:cubicBezTo>
                    <a:pt x="0" y="344908"/>
                    <a:pt x="7894" y="332514"/>
                    <a:pt x="20243" y="326751"/>
                  </a:cubicBezTo>
                  <a:lnTo>
                    <a:pt x="161114" y="261006"/>
                  </a:lnTo>
                  <a:cubicBezTo>
                    <a:pt x="205109" y="240473"/>
                    <a:pt x="240473" y="205109"/>
                    <a:pt x="261006" y="161114"/>
                  </a:cubicBezTo>
                  <a:lnTo>
                    <a:pt x="326751" y="20243"/>
                  </a:lnTo>
                  <a:cubicBezTo>
                    <a:pt x="332514" y="7894"/>
                    <a:pt x="344908" y="0"/>
                    <a:pt x="358536" y="0"/>
                  </a:cubicBezTo>
                  <a:cubicBezTo>
                    <a:pt x="372164" y="0"/>
                    <a:pt x="384558" y="7894"/>
                    <a:pt x="390321" y="20243"/>
                  </a:cubicBezTo>
                  <a:close/>
                </a:path>
              </a:pathLst>
            </a:custGeom>
            <a:solidFill>
              <a:srgbClr val="FFE9DE"/>
            </a:solidFill>
            <a:ln w="28575" cap="sq">
              <a:solidFill>
                <a:srgbClr val="313131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 rot="-196716">
            <a:off x="17978977" y="5044989"/>
            <a:ext cx="618045" cy="618045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47864" y="47864"/>
              <a:ext cx="717071" cy="717071"/>
            </a:xfrm>
            <a:custGeom>
              <a:avLst/>
              <a:gdLst/>
              <a:ahLst/>
              <a:cxnLst/>
              <a:rect l="l" t="t" r="r" b="b"/>
              <a:pathLst>
                <a:path w="717071" h="717071">
                  <a:moveTo>
                    <a:pt x="390321" y="20243"/>
                  </a:moveTo>
                  <a:lnTo>
                    <a:pt x="456066" y="161114"/>
                  </a:lnTo>
                  <a:cubicBezTo>
                    <a:pt x="476599" y="205109"/>
                    <a:pt x="511962" y="240473"/>
                    <a:pt x="555958" y="261006"/>
                  </a:cubicBezTo>
                  <a:lnTo>
                    <a:pt x="696829" y="326751"/>
                  </a:lnTo>
                  <a:cubicBezTo>
                    <a:pt x="709178" y="332514"/>
                    <a:pt x="717072" y="344908"/>
                    <a:pt x="717072" y="358536"/>
                  </a:cubicBezTo>
                  <a:cubicBezTo>
                    <a:pt x="717072" y="372164"/>
                    <a:pt x="709178" y="384558"/>
                    <a:pt x="696829" y="390321"/>
                  </a:cubicBezTo>
                  <a:lnTo>
                    <a:pt x="555958" y="456066"/>
                  </a:lnTo>
                  <a:cubicBezTo>
                    <a:pt x="511962" y="476599"/>
                    <a:pt x="476599" y="511962"/>
                    <a:pt x="456066" y="555958"/>
                  </a:cubicBezTo>
                  <a:lnTo>
                    <a:pt x="390321" y="696829"/>
                  </a:lnTo>
                  <a:cubicBezTo>
                    <a:pt x="384558" y="709178"/>
                    <a:pt x="372164" y="717072"/>
                    <a:pt x="358536" y="717072"/>
                  </a:cubicBezTo>
                  <a:cubicBezTo>
                    <a:pt x="344908" y="717072"/>
                    <a:pt x="332514" y="709178"/>
                    <a:pt x="326751" y="696829"/>
                  </a:cubicBezTo>
                  <a:lnTo>
                    <a:pt x="261006" y="555958"/>
                  </a:lnTo>
                  <a:cubicBezTo>
                    <a:pt x="240473" y="511962"/>
                    <a:pt x="205109" y="476599"/>
                    <a:pt x="161114" y="456066"/>
                  </a:cubicBezTo>
                  <a:lnTo>
                    <a:pt x="20243" y="390321"/>
                  </a:lnTo>
                  <a:cubicBezTo>
                    <a:pt x="7894" y="384558"/>
                    <a:pt x="0" y="372164"/>
                    <a:pt x="0" y="358536"/>
                  </a:cubicBezTo>
                  <a:cubicBezTo>
                    <a:pt x="0" y="344908"/>
                    <a:pt x="7894" y="332514"/>
                    <a:pt x="20243" y="326751"/>
                  </a:cubicBezTo>
                  <a:lnTo>
                    <a:pt x="161114" y="261006"/>
                  </a:lnTo>
                  <a:cubicBezTo>
                    <a:pt x="205109" y="240473"/>
                    <a:pt x="240473" y="205109"/>
                    <a:pt x="261006" y="161114"/>
                  </a:cubicBezTo>
                  <a:lnTo>
                    <a:pt x="326751" y="20243"/>
                  </a:lnTo>
                  <a:cubicBezTo>
                    <a:pt x="332514" y="7894"/>
                    <a:pt x="344908" y="0"/>
                    <a:pt x="358536" y="0"/>
                  </a:cubicBezTo>
                  <a:cubicBezTo>
                    <a:pt x="372164" y="0"/>
                    <a:pt x="384558" y="7894"/>
                    <a:pt x="390321" y="20243"/>
                  </a:cubicBezTo>
                  <a:close/>
                </a:path>
              </a:pathLst>
            </a:custGeom>
            <a:solidFill>
              <a:srgbClr val="FFE9DE"/>
            </a:solidFill>
            <a:ln w="28575" cap="sq">
              <a:solidFill>
                <a:srgbClr val="313131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 rot="1214094">
            <a:off x="17462707" y="9724027"/>
            <a:ext cx="527315" cy="527315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56100" y="56100"/>
              <a:ext cx="700600" cy="700600"/>
            </a:xfrm>
            <a:custGeom>
              <a:avLst/>
              <a:gdLst/>
              <a:ahLst/>
              <a:cxnLst/>
              <a:rect l="l" t="t" r="r" b="b"/>
              <a:pathLst>
                <a:path w="700600" h="700600">
                  <a:moveTo>
                    <a:pt x="387554" y="23725"/>
                  </a:moveTo>
                  <a:lnTo>
                    <a:pt x="442361" y="141159"/>
                  </a:lnTo>
                  <a:cubicBezTo>
                    <a:pt x="466426" y="192725"/>
                    <a:pt x="507875" y="234174"/>
                    <a:pt x="559441" y="258239"/>
                  </a:cubicBezTo>
                  <a:lnTo>
                    <a:pt x="676875" y="313046"/>
                  </a:lnTo>
                  <a:cubicBezTo>
                    <a:pt x="691349" y="319801"/>
                    <a:pt x="700600" y="334327"/>
                    <a:pt x="700600" y="350300"/>
                  </a:cubicBezTo>
                  <a:cubicBezTo>
                    <a:pt x="700600" y="366273"/>
                    <a:pt x="691349" y="380799"/>
                    <a:pt x="676875" y="387554"/>
                  </a:cubicBezTo>
                  <a:lnTo>
                    <a:pt x="559441" y="442361"/>
                  </a:lnTo>
                  <a:cubicBezTo>
                    <a:pt x="507875" y="466426"/>
                    <a:pt x="466426" y="507875"/>
                    <a:pt x="442361" y="559441"/>
                  </a:cubicBezTo>
                  <a:lnTo>
                    <a:pt x="387554" y="676875"/>
                  </a:lnTo>
                  <a:cubicBezTo>
                    <a:pt x="380799" y="691349"/>
                    <a:pt x="366273" y="700600"/>
                    <a:pt x="350300" y="700600"/>
                  </a:cubicBezTo>
                  <a:cubicBezTo>
                    <a:pt x="334327" y="700600"/>
                    <a:pt x="319801" y="691349"/>
                    <a:pt x="313046" y="676875"/>
                  </a:cubicBezTo>
                  <a:lnTo>
                    <a:pt x="258239" y="559441"/>
                  </a:lnTo>
                  <a:cubicBezTo>
                    <a:pt x="234174" y="507875"/>
                    <a:pt x="192725" y="466426"/>
                    <a:pt x="141159" y="442361"/>
                  </a:cubicBezTo>
                  <a:lnTo>
                    <a:pt x="23725" y="387554"/>
                  </a:lnTo>
                  <a:cubicBezTo>
                    <a:pt x="9251" y="380799"/>
                    <a:pt x="0" y="366273"/>
                    <a:pt x="0" y="350300"/>
                  </a:cubicBezTo>
                  <a:cubicBezTo>
                    <a:pt x="0" y="334327"/>
                    <a:pt x="9251" y="319801"/>
                    <a:pt x="23725" y="313046"/>
                  </a:cubicBezTo>
                  <a:lnTo>
                    <a:pt x="141159" y="258239"/>
                  </a:lnTo>
                  <a:cubicBezTo>
                    <a:pt x="192725" y="234174"/>
                    <a:pt x="234174" y="192725"/>
                    <a:pt x="258239" y="141159"/>
                  </a:cubicBezTo>
                  <a:lnTo>
                    <a:pt x="313046" y="23725"/>
                  </a:lnTo>
                  <a:cubicBezTo>
                    <a:pt x="319801" y="9251"/>
                    <a:pt x="334327" y="0"/>
                    <a:pt x="350300" y="0"/>
                  </a:cubicBezTo>
                  <a:cubicBezTo>
                    <a:pt x="366273" y="0"/>
                    <a:pt x="380799" y="9251"/>
                    <a:pt x="387554" y="23725"/>
                  </a:cubicBezTo>
                  <a:close/>
                </a:path>
              </a:pathLst>
            </a:custGeom>
            <a:solidFill>
              <a:srgbClr val="FFE9DE"/>
            </a:solidFill>
            <a:ln w="28575" cap="sq">
              <a:solidFill>
                <a:srgbClr val="313131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068461" y="798536"/>
            <a:ext cx="7619222" cy="411477"/>
            <a:chOff x="0" y="0"/>
            <a:chExt cx="2006709" cy="10837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006709" cy="108372"/>
            </a:xfrm>
            <a:custGeom>
              <a:avLst/>
              <a:gdLst/>
              <a:ahLst/>
              <a:cxnLst/>
              <a:rect l="l" t="t" r="r" b="b"/>
              <a:pathLst>
                <a:path w="2006709" h="108372">
                  <a:moveTo>
                    <a:pt x="0" y="0"/>
                  </a:moveTo>
                  <a:lnTo>
                    <a:pt x="2006709" y="0"/>
                  </a:lnTo>
                  <a:lnTo>
                    <a:pt x="2006709" y="108372"/>
                  </a:lnTo>
                  <a:lnTo>
                    <a:pt x="0" y="108372"/>
                  </a:lnTo>
                  <a:close/>
                </a:path>
              </a:pathLst>
            </a:custGeom>
            <a:solidFill>
              <a:srgbClr val="A8DED6"/>
            </a:solidFill>
            <a:ln cap="sq">
              <a:noFill/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2006709" cy="146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6960315" y="462024"/>
            <a:ext cx="7835515" cy="7479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95"/>
              </a:lnSpc>
            </a:pPr>
            <a:r>
              <a:rPr lang="en-US" sz="4945">
                <a:solidFill>
                  <a:srgbClr val="000000"/>
                </a:solidFill>
                <a:latin typeface="Chunk Five"/>
                <a:ea typeface="Chunk Five"/>
                <a:cs typeface="Chunk Five"/>
                <a:sym typeface="Chunk Five"/>
              </a:rPr>
              <a:t>SOLUSI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5400993" y="2178869"/>
            <a:ext cx="11598272" cy="7165562"/>
            <a:chOff x="0" y="0"/>
            <a:chExt cx="3054689" cy="188722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3054689" cy="1887226"/>
            </a:xfrm>
            <a:custGeom>
              <a:avLst/>
              <a:gdLst/>
              <a:ahLst/>
              <a:cxnLst/>
              <a:rect l="l" t="t" r="r" b="b"/>
              <a:pathLst>
                <a:path w="3054689" h="1887226">
                  <a:moveTo>
                    <a:pt x="34043" y="0"/>
                  </a:moveTo>
                  <a:lnTo>
                    <a:pt x="3020646" y="0"/>
                  </a:lnTo>
                  <a:cubicBezTo>
                    <a:pt x="3039447" y="0"/>
                    <a:pt x="3054689" y="15241"/>
                    <a:pt x="3054689" y="34043"/>
                  </a:cubicBezTo>
                  <a:lnTo>
                    <a:pt x="3054689" y="1853183"/>
                  </a:lnTo>
                  <a:cubicBezTo>
                    <a:pt x="3054689" y="1862212"/>
                    <a:pt x="3051102" y="1870871"/>
                    <a:pt x="3044718" y="1877255"/>
                  </a:cubicBezTo>
                  <a:cubicBezTo>
                    <a:pt x="3038334" y="1883639"/>
                    <a:pt x="3029675" y="1887226"/>
                    <a:pt x="3020646" y="1887226"/>
                  </a:cubicBezTo>
                  <a:lnTo>
                    <a:pt x="34043" y="1887226"/>
                  </a:lnTo>
                  <a:cubicBezTo>
                    <a:pt x="15241" y="1887226"/>
                    <a:pt x="0" y="1871985"/>
                    <a:pt x="0" y="1853183"/>
                  </a:cubicBezTo>
                  <a:lnTo>
                    <a:pt x="0" y="34043"/>
                  </a:lnTo>
                  <a:cubicBezTo>
                    <a:pt x="0" y="15241"/>
                    <a:pt x="15241" y="0"/>
                    <a:pt x="34043" y="0"/>
                  </a:cubicBezTo>
                  <a:close/>
                </a:path>
              </a:pathLst>
            </a:custGeom>
            <a:solidFill>
              <a:srgbClr val="FFF6F0"/>
            </a:solidFill>
            <a:ln w="38100" cap="rnd">
              <a:solidFill>
                <a:srgbClr val="006E85"/>
              </a:solidFill>
              <a:prstDash val="solid"/>
              <a:round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3054689" cy="19253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9" name="Freeform 29"/>
          <p:cNvSpPr/>
          <p:nvPr/>
        </p:nvSpPr>
        <p:spPr>
          <a:xfrm rot="719075">
            <a:off x="16635854" y="8780746"/>
            <a:ext cx="596943" cy="955109"/>
          </a:xfrm>
          <a:custGeom>
            <a:avLst/>
            <a:gdLst/>
            <a:ahLst/>
            <a:cxnLst/>
            <a:rect l="l" t="t" r="r" b="b"/>
            <a:pathLst>
              <a:path w="596943" h="955109">
                <a:moveTo>
                  <a:pt x="0" y="0"/>
                </a:moveTo>
                <a:lnTo>
                  <a:pt x="596943" y="0"/>
                </a:lnTo>
                <a:lnTo>
                  <a:pt x="596943" y="955108"/>
                </a:lnTo>
                <a:lnTo>
                  <a:pt x="0" y="95510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5350282" y="2361225"/>
            <a:ext cx="11241431" cy="6715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8" lvl="1" indent="-323849" algn="l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Membangun sistem manajemen kios berbasis web untuk menggantikan pencatatan manual sehingga pengelolaan data penyewa dan pembayaran menjadi lebih efisien.</a:t>
            </a:r>
          </a:p>
          <a:p>
            <a:pPr algn="l">
              <a:lnSpc>
                <a:spcPts val="4499"/>
              </a:lnSpc>
            </a:pPr>
            <a:endParaRPr lang="en-US" sz="2999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647698" lvl="1" indent="-323849" algn="l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Menyediakan fitur monitoring real-time untuk memantau status penyewa, masa sewa, dan pembayaran secara langsung.</a:t>
            </a:r>
          </a:p>
          <a:p>
            <a:pPr algn="l">
              <a:lnSpc>
                <a:spcPts val="4499"/>
              </a:lnSpc>
            </a:pPr>
            <a:endParaRPr lang="en-US" sz="2999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647698" lvl="1" indent="-323849" algn="l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Menambahkan fitur penyewaan kios secara online melalui website agar calon penyewa dapat melihat ketersediaan kios dan melakukan pemesanan tanpa harus datang ke lokasi.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4918750" cy="10676947"/>
            <a:chOff x="0" y="0"/>
            <a:chExt cx="1295473" cy="281203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295473" cy="2812036"/>
            </a:xfrm>
            <a:custGeom>
              <a:avLst/>
              <a:gdLst/>
              <a:ahLst/>
              <a:cxnLst/>
              <a:rect l="l" t="t" r="r" b="b"/>
              <a:pathLst>
                <a:path w="1295473" h="2812036">
                  <a:moveTo>
                    <a:pt x="0" y="0"/>
                  </a:moveTo>
                  <a:lnTo>
                    <a:pt x="1295473" y="0"/>
                  </a:lnTo>
                  <a:lnTo>
                    <a:pt x="1295473" y="2812036"/>
                  </a:lnTo>
                  <a:lnTo>
                    <a:pt x="0" y="2812036"/>
                  </a:lnTo>
                  <a:close/>
                </a:path>
              </a:pathLst>
            </a:custGeom>
            <a:solidFill>
              <a:srgbClr val="A8DED6"/>
            </a:solidFill>
            <a:ln w="38100" cap="sq">
              <a:solidFill>
                <a:srgbClr val="313131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295473" cy="28501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23309" y="1500533"/>
            <a:ext cx="356167" cy="356167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3A4A4"/>
            </a:solidFill>
            <a:ln w="28575" cap="sq">
              <a:solidFill>
                <a:srgbClr val="313131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flipH="1">
            <a:off x="16591713" y="707706"/>
            <a:ext cx="7315200" cy="2500468"/>
          </a:xfrm>
          <a:custGeom>
            <a:avLst/>
            <a:gdLst/>
            <a:ahLst/>
            <a:cxnLst/>
            <a:rect l="l" t="t" r="r" b="b"/>
            <a:pathLst>
              <a:path w="7315200" h="2500468">
                <a:moveTo>
                  <a:pt x="7315200" y="0"/>
                </a:moveTo>
                <a:lnTo>
                  <a:pt x="0" y="0"/>
                </a:lnTo>
                <a:lnTo>
                  <a:pt x="0" y="2500468"/>
                </a:lnTo>
                <a:lnTo>
                  <a:pt x="7315200" y="2500468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4673068" y="462024"/>
            <a:ext cx="491364" cy="491364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60205" y="60205"/>
              <a:ext cx="692391" cy="692391"/>
            </a:xfrm>
            <a:custGeom>
              <a:avLst/>
              <a:gdLst/>
              <a:ahLst/>
              <a:cxnLst/>
              <a:rect l="l" t="t" r="r" b="b"/>
              <a:pathLst>
                <a:path w="692391" h="692391">
                  <a:moveTo>
                    <a:pt x="386175" y="25461"/>
                  </a:moveTo>
                  <a:lnTo>
                    <a:pt x="435530" y="131214"/>
                  </a:lnTo>
                  <a:cubicBezTo>
                    <a:pt x="461356" y="186552"/>
                    <a:pt x="505838" y="231034"/>
                    <a:pt x="561176" y="256860"/>
                  </a:cubicBezTo>
                  <a:lnTo>
                    <a:pt x="666929" y="306215"/>
                  </a:lnTo>
                  <a:cubicBezTo>
                    <a:pt x="682462" y="313464"/>
                    <a:pt x="692390" y="329054"/>
                    <a:pt x="692390" y="346195"/>
                  </a:cubicBezTo>
                  <a:cubicBezTo>
                    <a:pt x="692390" y="363336"/>
                    <a:pt x="682462" y="378926"/>
                    <a:pt x="666929" y="386175"/>
                  </a:cubicBezTo>
                  <a:lnTo>
                    <a:pt x="561176" y="435530"/>
                  </a:lnTo>
                  <a:cubicBezTo>
                    <a:pt x="505838" y="461356"/>
                    <a:pt x="461356" y="505838"/>
                    <a:pt x="435530" y="561176"/>
                  </a:cubicBezTo>
                  <a:lnTo>
                    <a:pt x="386175" y="666929"/>
                  </a:lnTo>
                  <a:cubicBezTo>
                    <a:pt x="378926" y="682462"/>
                    <a:pt x="363336" y="692390"/>
                    <a:pt x="346195" y="692390"/>
                  </a:cubicBezTo>
                  <a:cubicBezTo>
                    <a:pt x="329054" y="692390"/>
                    <a:pt x="313464" y="682462"/>
                    <a:pt x="306215" y="666929"/>
                  </a:cubicBezTo>
                  <a:lnTo>
                    <a:pt x="256860" y="561176"/>
                  </a:lnTo>
                  <a:cubicBezTo>
                    <a:pt x="231034" y="505838"/>
                    <a:pt x="186552" y="461356"/>
                    <a:pt x="131214" y="435530"/>
                  </a:cubicBezTo>
                  <a:lnTo>
                    <a:pt x="25461" y="386175"/>
                  </a:lnTo>
                  <a:cubicBezTo>
                    <a:pt x="9928" y="378926"/>
                    <a:pt x="0" y="363336"/>
                    <a:pt x="0" y="346195"/>
                  </a:cubicBezTo>
                  <a:cubicBezTo>
                    <a:pt x="0" y="329054"/>
                    <a:pt x="9928" y="313464"/>
                    <a:pt x="25461" y="306215"/>
                  </a:cubicBezTo>
                  <a:lnTo>
                    <a:pt x="131214" y="256860"/>
                  </a:lnTo>
                  <a:cubicBezTo>
                    <a:pt x="186552" y="231034"/>
                    <a:pt x="231034" y="186552"/>
                    <a:pt x="256860" y="131214"/>
                  </a:cubicBezTo>
                  <a:lnTo>
                    <a:pt x="306215" y="25461"/>
                  </a:lnTo>
                  <a:cubicBezTo>
                    <a:pt x="313464" y="9928"/>
                    <a:pt x="329054" y="0"/>
                    <a:pt x="346195" y="0"/>
                  </a:cubicBezTo>
                  <a:cubicBezTo>
                    <a:pt x="363336" y="0"/>
                    <a:pt x="378926" y="9928"/>
                    <a:pt x="386175" y="25461"/>
                  </a:cubicBezTo>
                  <a:close/>
                </a:path>
              </a:pathLst>
            </a:custGeom>
            <a:solidFill>
              <a:srgbClr val="FFE9DE"/>
            </a:solidFill>
            <a:ln w="28575" cap="sq">
              <a:solidFill>
                <a:srgbClr val="313131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 rot="-196716">
            <a:off x="17016432" y="1007064"/>
            <a:ext cx="618045" cy="618045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47864" y="47864"/>
              <a:ext cx="717071" cy="717071"/>
            </a:xfrm>
            <a:custGeom>
              <a:avLst/>
              <a:gdLst/>
              <a:ahLst/>
              <a:cxnLst/>
              <a:rect l="l" t="t" r="r" b="b"/>
              <a:pathLst>
                <a:path w="717071" h="717071">
                  <a:moveTo>
                    <a:pt x="390321" y="20243"/>
                  </a:moveTo>
                  <a:lnTo>
                    <a:pt x="456066" y="161114"/>
                  </a:lnTo>
                  <a:cubicBezTo>
                    <a:pt x="476599" y="205109"/>
                    <a:pt x="511962" y="240473"/>
                    <a:pt x="555958" y="261006"/>
                  </a:cubicBezTo>
                  <a:lnTo>
                    <a:pt x="696829" y="326751"/>
                  </a:lnTo>
                  <a:cubicBezTo>
                    <a:pt x="709178" y="332514"/>
                    <a:pt x="717072" y="344908"/>
                    <a:pt x="717072" y="358536"/>
                  </a:cubicBezTo>
                  <a:cubicBezTo>
                    <a:pt x="717072" y="372164"/>
                    <a:pt x="709178" y="384558"/>
                    <a:pt x="696829" y="390321"/>
                  </a:cubicBezTo>
                  <a:lnTo>
                    <a:pt x="555958" y="456066"/>
                  </a:lnTo>
                  <a:cubicBezTo>
                    <a:pt x="511962" y="476599"/>
                    <a:pt x="476599" y="511962"/>
                    <a:pt x="456066" y="555958"/>
                  </a:cubicBezTo>
                  <a:lnTo>
                    <a:pt x="390321" y="696829"/>
                  </a:lnTo>
                  <a:cubicBezTo>
                    <a:pt x="384558" y="709178"/>
                    <a:pt x="372164" y="717072"/>
                    <a:pt x="358536" y="717072"/>
                  </a:cubicBezTo>
                  <a:cubicBezTo>
                    <a:pt x="344908" y="717072"/>
                    <a:pt x="332514" y="709178"/>
                    <a:pt x="326751" y="696829"/>
                  </a:cubicBezTo>
                  <a:lnTo>
                    <a:pt x="261006" y="555958"/>
                  </a:lnTo>
                  <a:cubicBezTo>
                    <a:pt x="240473" y="511962"/>
                    <a:pt x="205109" y="476599"/>
                    <a:pt x="161114" y="456066"/>
                  </a:cubicBezTo>
                  <a:lnTo>
                    <a:pt x="20243" y="390321"/>
                  </a:lnTo>
                  <a:cubicBezTo>
                    <a:pt x="7894" y="384558"/>
                    <a:pt x="0" y="372164"/>
                    <a:pt x="0" y="358536"/>
                  </a:cubicBezTo>
                  <a:cubicBezTo>
                    <a:pt x="0" y="344908"/>
                    <a:pt x="7894" y="332514"/>
                    <a:pt x="20243" y="326751"/>
                  </a:cubicBezTo>
                  <a:lnTo>
                    <a:pt x="161114" y="261006"/>
                  </a:lnTo>
                  <a:cubicBezTo>
                    <a:pt x="205109" y="240473"/>
                    <a:pt x="240473" y="205109"/>
                    <a:pt x="261006" y="161114"/>
                  </a:cubicBezTo>
                  <a:lnTo>
                    <a:pt x="326751" y="20243"/>
                  </a:lnTo>
                  <a:cubicBezTo>
                    <a:pt x="332514" y="7894"/>
                    <a:pt x="344908" y="0"/>
                    <a:pt x="358536" y="0"/>
                  </a:cubicBezTo>
                  <a:cubicBezTo>
                    <a:pt x="372164" y="0"/>
                    <a:pt x="384558" y="7894"/>
                    <a:pt x="390321" y="20243"/>
                  </a:cubicBezTo>
                  <a:close/>
                </a:path>
              </a:pathLst>
            </a:custGeom>
            <a:solidFill>
              <a:srgbClr val="FFE9DE"/>
            </a:solidFill>
            <a:ln w="28575" cap="sq">
              <a:solidFill>
                <a:srgbClr val="313131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 rot="-196716">
            <a:off x="17978977" y="5044989"/>
            <a:ext cx="618045" cy="618045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47864" y="47864"/>
              <a:ext cx="717071" cy="717071"/>
            </a:xfrm>
            <a:custGeom>
              <a:avLst/>
              <a:gdLst/>
              <a:ahLst/>
              <a:cxnLst/>
              <a:rect l="l" t="t" r="r" b="b"/>
              <a:pathLst>
                <a:path w="717071" h="717071">
                  <a:moveTo>
                    <a:pt x="390321" y="20243"/>
                  </a:moveTo>
                  <a:lnTo>
                    <a:pt x="456066" y="161114"/>
                  </a:lnTo>
                  <a:cubicBezTo>
                    <a:pt x="476599" y="205109"/>
                    <a:pt x="511962" y="240473"/>
                    <a:pt x="555958" y="261006"/>
                  </a:cubicBezTo>
                  <a:lnTo>
                    <a:pt x="696829" y="326751"/>
                  </a:lnTo>
                  <a:cubicBezTo>
                    <a:pt x="709178" y="332514"/>
                    <a:pt x="717072" y="344908"/>
                    <a:pt x="717072" y="358536"/>
                  </a:cubicBezTo>
                  <a:cubicBezTo>
                    <a:pt x="717072" y="372164"/>
                    <a:pt x="709178" y="384558"/>
                    <a:pt x="696829" y="390321"/>
                  </a:cubicBezTo>
                  <a:lnTo>
                    <a:pt x="555958" y="456066"/>
                  </a:lnTo>
                  <a:cubicBezTo>
                    <a:pt x="511962" y="476599"/>
                    <a:pt x="476599" y="511962"/>
                    <a:pt x="456066" y="555958"/>
                  </a:cubicBezTo>
                  <a:lnTo>
                    <a:pt x="390321" y="696829"/>
                  </a:lnTo>
                  <a:cubicBezTo>
                    <a:pt x="384558" y="709178"/>
                    <a:pt x="372164" y="717072"/>
                    <a:pt x="358536" y="717072"/>
                  </a:cubicBezTo>
                  <a:cubicBezTo>
                    <a:pt x="344908" y="717072"/>
                    <a:pt x="332514" y="709178"/>
                    <a:pt x="326751" y="696829"/>
                  </a:cubicBezTo>
                  <a:lnTo>
                    <a:pt x="261006" y="555958"/>
                  </a:lnTo>
                  <a:cubicBezTo>
                    <a:pt x="240473" y="511962"/>
                    <a:pt x="205109" y="476599"/>
                    <a:pt x="161114" y="456066"/>
                  </a:cubicBezTo>
                  <a:lnTo>
                    <a:pt x="20243" y="390321"/>
                  </a:lnTo>
                  <a:cubicBezTo>
                    <a:pt x="7894" y="384558"/>
                    <a:pt x="0" y="372164"/>
                    <a:pt x="0" y="358536"/>
                  </a:cubicBezTo>
                  <a:cubicBezTo>
                    <a:pt x="0" y="344908"/>
                    <a:pt x="7894" y="332514"/>
                    <a:pt x="20243" y="326751"/>
                  </a:cubicBezTo>
                  <a:lnTo>
                    <a:pt x="161114" y="261006"/>
                  </a:lnTo>
                  <a:cubicBezTo>
                    <a:pt x="205109" y="240473"/>
                    <a:pt x="240473" y="205109"/>
                    <a:pt x="261006" y="161114"/>
                  </a:cubicBezTo>
                  <a:lnTo>
                    <a:pt x="326751" y="20243"/>
                  </a:lnTo>
                  <a:cubicBezTo>
                    <a:pt x="332514" y="7894"/>
                    <a:pt x="344908" y="0"/>
                    <a:pt x="358536" y="0"/>
                  </a:cubicBezTo>
                  <a:cubicBezTo>
                    <a:pt x="372164" y="0"/>
                    <a:pt x="384558" y="7894"/>
                    <a:pt x="390321" y="20243"/>
                  </a:cubicBezTo>
                  <a:close/>
                </a:path>
              </a:pathLst>
            </a:custGeom>
            <a:solidFill>
              <a:srgbClr val="FFE9DE"/>
            </a:solidFill>
            <a:ln w="28575" cap="sq">
              <a:solidFill>
                <a:srgbClr val="313131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 rot="1214094">
            <a:off x="17462707" y="9724027"/>
            <a:ext cx="527315" cy="527315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56100" y="56100"/>
              <a:ext cx="700600" cy="700600"/>
            </a:xfrm>
            <a:custGeom>
              <a:avLst/>
              <a:gdLst/>
              <a:ahLst/>
              <a:cxnLst/>
              <a:rect l="l" t="t" r="r" b="b"/>
              <a:pathLst>
                <a:path w="700600" h="700600">
                  <a:moveTo>
                    <a:pt x="387554" y="23725"/>
                  </a:moveTo>
                  <a:lnTo>
                    <a:pt x="442361" y="141159"/>
                  </a:lnTo>
                  <a:cubicBezTo>
                    <a:pt x="466426" y="192725"/>
                    <a:pt x="507875" y="234174"/>
                    <a:pt x="559441" y="258239"/>
                  </a:cubicBezTo>
                  <a:lnTo>
                    <a:pt x="676875" y="313046"/>
                  </a:lnTo>
                  <a:cubicBezTo>
                    <a:pt x="691349" y="319801"/>
                    <a:pt x="700600" y="334327"/>
                    <a:pt x="700600" y="350300"/>
                  </a:cubicBezTo>
                  <a:cubicBezTo>
                    <a:pt x="700600" y="366273"/>
                    <a:pt x="691349" y="380799"/>
                    <a:pt x="676875" y="387554"/>
                  </a:cubicBezTo>
                  <a:lnTo>
                    <a:pt x="559441" y="442361"/>
                  </a:lnTo>
                  <a:cubicBezTo>
                    <a:pt x="507875" y="466426"/>
                    <a:pt x="466426" y="507875"/>
                    <a:pt x="442361" y="559441"/>
                  </a:cubicBezTo>
                  <a:lnTo>
                    <a:pt x="387554" y="676875"/>
                  </a:lnTo>
                  <a:cubicBezTo>
                    <a:pt x="380799" y="691349"/>
                    <a:pt x="366273" y="700600"/>
                    <a:pt x="350300" y="700600"/>
                  </a:cubicBezTo>
                  <a:cubicBezTo>
                    <a:pt x="334327" y="700600"/>
                    <a:pt x="319801" y="691349"/>
                    <a:pt x="313046" y="676875"/>
                  </a:cubicBezTo>
                  <a:lnTo>
                    <a:pt x="258239" y="559441"/>
                  </a:lnTo>
                  <a:cubicBezTo>
                    <a:pt x="234174" y="507875"/>
                    <a:pt x="192725" y="466426"/>
                    <a:pt x="141159" y="442361"/>
                  </a:cubicBezTo>
                  <a:lnTo>
                    <a:pt x="23725" y="387554"/>
                  </a:lnTo>
                  <a:cubicBezTo>
                    <a:pt x="9251" y="380799"/>
                    <a:pt x="0" y="366273"/>
                    <a:pt x="0" y="350300"/>
                  </a:cubicBezTo>
                  <a:cubicBezTo>
                    <a:pt x="0" y="334327"/>
                    <a:pt x="9251" y="319801"/>
                    <a:pt x="23725" y="313046"/>
                  </a:cubicBezTo>
                  <a:lnTo>
                    <a:pt x="141159" y="258239"/>
                  </a:lnTo>
                  <a:cubicBezTo>
                    <a:pt x="192725" y="234174"/>
                    <a:pt x="234174" y="192725"/>
                    <a:pt x="258239" y="141159"/>
                  </a:cubicBezTo>
                  <a:lnTo>
                    <a:pt x="313046" y="23725"/>
                  </a:lnTo>
                  <a:cubicBezTo>
                    <a:pt x="319801" y="9251"/>
                    <a:pt x="334327" y="0"/>
                    <a:pt x="350300" y="0"/>
                  </a:cubicBezTo>
                  <a:cubicBezTo>
                    <a:pt x="366273" y="0"/>
                    <a:pt x="380799" y="9251"/>
                    <a:pt x="387554" y="23725"/>
                  </a:cubicBezTo>
                  <a:close/>
                </a:path>
              </a:pathLst>
            </a:custGeom>
            <a:solidFill>
              <a:srgbClr val="FFE9DE"/>
            </a:solidFill>
            <a:ln w="28575" cap="sq">
              <a:solidFill>
                <a:srgbClr val="313131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068461" y="798536"/>
            <a:ext cx="7619222" cy="411477"/>
            <a:chOff x="0" y="0"/>
            <a:chExt cx="2006709" cy="10837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006709" cy="108372"/>
            </a:xfrm>
            <a:custGeom>
              <a:avLst/>
              <a:gdLst/>
              <a:ahLst/>
              <a:cxnLst/>
              <a:rect l="l" t="t" r="r" b="b"/>
              <a:pathLst>
                <a:path w="2006709" h="108372">
                  <a:moveTo>
                    <a:pt x="0" y="0"/>
                  </a:moveTo>
                  <a:lnTo>
                    <a:pt x="2006709" y="0"/>
                  </a:lnTo>
                  <a:lnTo>
                    <a:pt x="2006709" y="108372"/>
                  </a:lnTo>
                  <a:lnTo>
                    <a:pt x="0" y="108372"/>
                  </a:lnTo>
                  <a:close/>
                </a:path>
              </a:pathLst>
            </a:custGeom>
            <a:solidFill>
              <a:srgbClr val="A8DED6"/>
            </a:solidFill>
            <a:ln cap="sq">
              <a:noFill/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2006709" cy="146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6960315" y="462024"/>
            <a:ext cx="7835515" cy="7479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95"/>
              </a:lnSpc>
            </a:pPr>
            <a:r>
              <a:rPr lang="en-US" sz="4945">
                <a:solidFill>
                  <a:srgbClr val="000000"/>
                </a:solidFill>
                <a:latin typeface="Chunk Five"/>
                <a:ea typeface="Chunk Five"/>
                <a:cs typeface="Chunk Five"/>
                <a:sym typeface="Chunk Five"/>
              </a:rPr>
              <a:t>MANFAAT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5400993" y="2178869"/>
            <a:ext cx="11598272" cy="7165562"/>
            <a:chOff x="0" y="0"/>
            <a:chExt cx="3054689" cy="188722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3054689" cy="1887226"/>
            </a:xfrm>
            <a:custGeom>
              <a:avLst/>
              <a:gdLst/>
              <a:ahLst/>
              <a:cxnLst/>
              <a:rect l="l" t="t" r="r" b="b"/>
              <a:pathLst>
                <a:path w="3054689" h="1887226">
                  <a:moveTo>
                    <a:pt x="34043" y="0"/>
                  </a:moveTo>
                  <a:lnTo>
                    <a:pt x="3020646" y="0"/>
                  </a:lnTo>
                  <a:cubicBezTo>
                    <a:pt x="3039447" y="0"/>
                    <a:pt x="3054689" y="15241"/>
                    <a:pt x="3054689" y="34043"/>
                  </a:cubicBezTo>
                  <a:lnTo>
                    <a:pt x="3054689" y="1853183"/>
                  </a:lnTo>
                  <a:cubicBezTo>
                    <a:pt x="3054689" y="1862212"/>
                    <a:pt x="3051102" y="1870871"/>
                    <a:pt x="3044718" y="1877255"/>
                  </a:cubicBezTo>
                  <a:cubicBezTo>
                    <a:pt x="3038334" y="1883639"/>
                    <a:pt x="3029675" y="1887226"/>
                    <a:pt x="3020646" y="1887226"/>
                  </a:cubicBezTo>
                  <a:lnTo>
                    <a:pt x="34043" y="1887226"/>
                  </a:lnTo>
                  <a:cubicBezTo>
                    <a:pt x="15241" y="1887226"/>
                    <a:pt x="0" y="1871985"/>
                    <a:pt x="0" y="1853183"/>
                  </a:cubicBezTo>
                  <a:lnTo>
                    <a:pt x="0" y="34043"/>
                  </a:lnTo>
                  <a:cubicBezTo>
                    <a:pt x="0" y="15241"/>
                    <a:pt x="15241" y="0"/>
                    <a:pt x="34043" y="0"/>
                  </a:cubicBezTo>
                  <a:close/>
                </a:path>
              </a:pathLst>
            </a:custGeom>
            <a:solidFill>
              <a:srgbClr val="FFF6F0"/>
            </a:solidFill>
            <a:ln w="38100" cap="rnd">
              <a:solidFill>
                <a:srgbClr val="006E85"/>
              </a:solidFill>
              <a:prstDash val="solid"/>
              <a:round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3054689" cy="19253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9" name="Freeform 29"/>
          <p:cNvSpPr/>
          <p:nvPr/>
        </p:nvSpPr>
        <p:spPr>
          <a:xfrm rot="719075">
            <a:off x="16635854" y="8780746"/>
            <a:ext cx="596943" cy="955109"/>
          </a:xfrm>
          <a:custGeom>
            <a:avLst/>
            <a:gdLst/>
            <a:ahLst/>
            <a:cxnLst/>
            <a:rect l="l" t="t" r="r" b="b"/>
            <a:pathLst>
              <a:path w="596943" h="955109">
                <a:moveTo>
                  <a:pt x="0" y="0"/>
                </a:moveTo>
                <a:lnTo>
                  <a:pt x="596943" y="0"/>
                </a:lnTo>
                <a:lnTo>
                  <a:pt x="596943" y="955108"/>
                </a:lnTo>
                <a:lnTo>
                  <a:pt x="0" y="95510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5654620" y="2642213"/>
            <a:ext cx="10446904" cy="6153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698" lvl="1" indent="-323849" algn="just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Memudahkan pemantauan dan pelaporan tanpa harus datang ke lokasi.</a:t>
            </a:r>
          </a:p>
          <a:p>
            <a:pPr algn="just">
              <a:lnSpc>
                <a:spcPts val="4499"/>
              </a:lnSpc>
            </a:pPr>
            <a:endParaRPr lang="en-US" sz="2999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647698" lvl="1" indent="-323849" algn="just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Proses penyewaan dan pembayaran lebih cepat dan transparan.</a:t>
            </a:r>
          </a:p>
          <a:p>
            <a:pPr algn="just">
              <a:lnSpc>
                <a:spcPts val="4499"/>
              </a:lnSpc>
            </a:pPr>
            <a:endParaRPr lang="en-US" sz="2999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647698" lvl="1" indent="-323849" algn="just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Meningkatkan efisiensi operasional dan mengurangi kesalahan pencatatan.</a:t>
            </a:r>
          </a:p>
          <a:p>
            <a:pPr algn="just">
              <a:lnSpc>
                <a:spcPts val="4499"/>
              </a:lnSpc>
            </a:pPr>
            <a:endParaRPr lang="en-US" sz="2999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647698" lvl="1" indent="-323849" algn="just">
              <a:lnSpc>
                <a:spcPts val="44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Mendukung digitalisasi UMKM dalam sektor penyewaan kios.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215986" y="7786532"/>
            <a:ext cx="7315200" cy="2500468"/>
          </a:xfrm>
          <a:custGeom>
            <a:avLst/>
            <a:gdLst/>
            <a:ahLst/>
            <a:cxnLst/>
            <a:rect l="l" t="t" r="r" b="b"/>
            <a:pathLst>
              <a:path w="7315200" h="2500468">
                <a:moveTo>
                  <a:pt x="0" y="0"/>
                </a:moveTo>
                <a:lnTo>
                  <a:pt x="7315200" y="0"/>
                </a:lnTo>
                <a:lnTo>
                  <a:pt x="7315200" y="2500468"/>
                </a:lnTo>
                <a:lnTo>
                  <a:pt x="0" y="25004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1073922" y="8911412"/>
            <a:ext cx="7315200" cy="2500468"/>
          </a:xfrm>
          <a:custGeom>
            <a:avLst/>
            <a:gdLst/>
            <a:ahLst/>
            <a:cxnLst/>
            <a:rect l="l" t="t" r="r" b="b"/>
            <a:pathLst>
              <a:path w="7315200" h="2500468">
                <a:moveTo>
                  <a:pt x="0" y="0"/>
                </a:moveTo>
                <a:lnTo>
                  <a:pt x="7315200" y="0"/>
                </a:lnTo>
                <a:lnTo>
                  <a:pt x="7315200" y="2500468"/>
                </a:lnTo>
                <a:lnTo>
                  <a:pt x="0" y="25004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791737" y="537985"/>
            <a:ext cx="7315200" cy="2500468"/>
          </a:xfrm>
          <a:custGeom>
            <a:avLst/>
            <a:gdLst/>
            <a:ahLst/>
            <a:cxnLst/>
            <a:rect l="l" t="t" r="r" b="b"/>
            <a:pathLst>
              <a:path w="7315200" h="2500468">
                <a:moveTo>
                  <a:pt x="0" y="0"/>
                </a:moveTo>
                <a:lnTo>
                  <a:pt x="7315200" y="0"/>
                </a:lnTo>
                <a:lnTo>
                  <a:pt x="7315200" y="2500468"/>
                </a:lnTo>
                <a:lnTo>
                  <a:pt x="0" y="25004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5030918" y="537985"/>
            <a:ext cx="7315200" cy="2500468"/>
          </a:xfrm>
          <a:custGeom>
            <a:avLst/>
            <a:gdLst/>
            <a:ahLst/>
            <a:cxnLst/>
            <a:rect l="l" t="t" r="r" b="b"/>
            <a:pathLst>
              <a:path w="7315200" h="2500468">
                <a:moveTo>
                  <a:pt x="0" y="0"/>
                </a:moveTo>
                <a:lnTo>
                  <a:pt x="7315200" y="0"/>
                </a:lnTo>
                <a:lnTo>
                  <a:pt x="7315200" y="2500468"/>
                </a:lnTo>
                <a:lnTo>
                  <a:pt x="0" y="25004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3236841" y="2643049"/>
            <a:ext cx="11985768" cy="7064141"/>
            <a:chOff x="0" y="0"/>
            <a:chExt cx="3097341" cy="181833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097341" cy="1818331"/>
            </a:xfrm>
            <a:custGeom>
              <a:avLst/>
              <a:gdLst/>
              <a:ahLst/>
              <a:cxnLst/>
              <a:rect l="l" t="t" r="r" b="b"/>
              <a:pathLst>
                <a:path w="3097341" h="1818331">
                  <a:moveTo>
                    <a:pt x="13980" y="0"/>
                  </a:moveTo>
                  <a:lnTo>
                    <a:pt x="3083361" y="0"/>
                  </a:lnTo>
                  <a:cubicBezTo>
                    <a:pt x="3087069" y="0"/>
                    <a:pt x="3090624" y="1473"/>
                    <a:pt x="3093246" y="4095"/>
                  </a:cubicBezTo>
                  <a:cubicBezTo>
                    <a:pt x="3095868" y="6716"/>
                    <a:pt x="3097341" y="10272"/>
                    <a:pt x="3097341" y="13980"/>
                  </a:cubicBezTo>
                  <a:lnTo>
                    <a:pt x="3097341" y="1804351"/>
                  </a:lnTo>
                  <a:cubicBezTo>
                    <a:pt x="3097341" y="1808059"/>
                    <a:pt x="3095868" y="1811615"/>
                    <a:pt x="3093246" y="1814237"/>
                  </a:cubicBezTo>
                  <a:cubicBezTo>
                    <a:pt x="3090624" y="1816858"/>
                    <a:pt x="3087069" y="1818331"/>
                    <a:pt x="3083361" y="1818331"/>
                  </a:cubicBezTo>
                  <a:lnTo>
                    <a:pt x="13980" y="1818331"/>
                  </a:lnTo>
                  <a:cubicBezTo>
                    <a:pt x="6259" y="1818331"/>
                    <a:pt x="0" y="1812072"/>
                    <a:pt x="0" y="1804351"/>
                  </a:cubicBezTo>
                  <a:lnTo>
                    <a:pt x="0" y="13980"/>
                  </a:lnTo>
                  <a:cubicBezTo>
                    <a:pt x="0" y="10272"/>
                    <a:pt x="1473" y="6716"/>
                    <a:pt x="4095" y="4095"/>
                  </a:cubicBezTo>
                  <a:cubicBezTo>
                    <a:pt x="6716" y="1473"/>
                    <a:pt x="10272" y="0"/>
                    <a:pt x="13980" y="0"/>
                  </a:cubicBezTo>
                  <a:close/>
                </a:path>
              </a:pathLst>
            </a:custGeom>
            <a:solidFill>
              <a:srgbClr val="FFFFFF"/>
            </a:solidFill>
            <a:ln w="19050" cap="rnd">
              <a:solidFill>
                <a:srgbClr val="006E85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3097341" cy="18564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3182586" y="2569145"/>
            <a:ext cx="11995188" cy="573960"/>
            <a:chOff x="0" y="0"/>
            <a:chExt cx="3099849" cy="15349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099849" cy="153496"/>
            </a:xfrm>
            <a:custGeom>
              <a:avLst/>
              <a:gdLst/>
              <a:ahLst/>
              <a:cxnLst/>
              <a:rect l="l" t="t" r="r" b="b"/>
              <a:pathLst>
                <a:path w="3099849" h="153496">
                  <a:moveTo>
                    <a:pt x="6652" y="0"/>
                  </a:moveTo>
                  <a:lnTo>
                    <a:pt x="3093198" y="0"/>
                  </a:lnTo>
                  <a:cubicBezTo>
                    <a:pt x="3096871" y="0"/>
                    <a:pt x="3099849" y="2978"/>
                    <a:pt x="3099849" y="6652"/>
                  </a:cubicBezTo>
                  <a:lnTo>
                    <a:pt x="3099849" y="146844"/>
                  </a:lnTo>
                  <a:cubicBezTo>
                    <a:pt x="3099849" y="148609"/>
                    <a:pt x="3099149" y="150300"/>
                    <a:pt x="3097901" y="151548"/>
                  </a:cubicBezTo>
                  <a:cubicBezTo>
                    <a:pt x="3096654" y="152795"/>
                    <a:pt x="3094962" y="153496"/>
                    <a:pt x="3093198" y="153496"/>
                  </a:cubicBezTo>
                  <a:lnTo>
                    <a:pt x="6652" y="153496"/>
                  </a:lnTo>
                  <a:cubicBezTo>
                    <a:pt x="4888" y="153496"/>
                    <a:pt x="3196" y="152795"/>
                    <a:pt x="1948" y="151548"/>
                  </a:cubicBezTo>
                  <a:cubicBezTo>
                    <a:pt x="701" y="150300"/>
                    <a:pt x="0" y="148609"/>
                    <a:pt x="0" y="146844"/>
                  </a:cubicBezTo>
                  <a:lnTo>
                    <a:pt x="0" y="6652"/>
                  </a:lnTo>
                  <a:cubicBezTo>
                    <a:pt x="0" y="4888"/>
                    <a:pt x="701" y="3196"/>
                    <a:pt x="1948" y="1948"/>
                  </a:cubicBezTo>
                  <a:cubicBezTo>
                    <a:pt x="3196" y="701"/>
                    <a:pt x="4888" y="0"/>
                    <a:pt x="6652" y="0"/>
                  </a:cubicBezTo>
                  <a:close/>
                </a:path>
              </a:pathLst>
            </a:custGeom>
            <a:solidFill>
              <a:srgbClr val="D5BFE4"/>
            </a:solidFill>
            <a:ln w="19050" cap="sq">
              <a:solidFill>
                <a:srgbClr val="006E85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3099849" cy="1915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1746847" y="2704377"/>
            <a:ext cx="2831547" cy="307326"/>
            <a:chOff x="0" y="0"/>
            <a:chExt cx="754140" cy="8185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54140" cy="81852"/>
            </a:xfrm>
            <a:custGeom>
              <a:avLst/>
              <a:gdLst/>
              <a:ahLst/>
              <a:cxnLst/>
              <a:rect l="l" t="t" r="r" b="b"/>
              <a:pathLst>
                <a:path w="754140" h="81852">
                  <a:moveTo>
                    <a:pt x="27342" y="0"/>
                  </a:moveTo>
                  <a:lnTo>
                    <a:pt x="726798" y="0"/>
                  </a:lnTo>
                  <a:cubicBezTo>
                    <a:pt x="741898" y="0"/>
                    <a:pt x="754140" y="12241"/>
                    <a:pt x="754140" y="27342"/>
                  </a:cubicBezTo>
                  <a:lnTo>
                    <a:pt x="754140" y="54510"/>
                  </a:lnTo>
                  <a:cubicBezTo>
                    <a:pt x="754140" y="69610"/>
                    <a:pt x="741898" y="81852"/>
                    <a:pt x="726798" y="81852"/>
                  </a:cubicBezTo>
                  <a:lnTo>
                    <a:pt x="27342" y="81852"/>
                  </a:lnTo>
                  <a:cubicBezTo>
                    <a:pt x="12241" y="81852"/>
                    <a:pt x="0" y="69610"/>
                    <a:pt x="0" y="54510"/>
                  </a:cubicBezTo>
                  <a:lnTo>
                    <a:pt x="0" y="27342"/>
                  </a:lnTo>
                  <a:cubicBezTo>
                    <a:pt x="0" y="12241"/>
                    <a:pt x="12241" y="0"/>
                    <a:pt x="27342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6E85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754140" cy="1199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506091" y="2742134"/>
            <a:ext cx="274271" cy="274271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3A4A4"/>
            </a:solidFill>
            <a:ln w="28575" cap="sq">
              <a:solidFill>
                <a:srgbClr val="313131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3898175" y="2742134"/>
            <a:ext cx="274271" cy="274271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E2DE"/>
            </a:solidFill>
            <a:ln w="28575" cap="sq">
              <a:solidFill>
                <a:srgbClr val="313131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290259" y="2742134"/>
            <a:ext cx="274271" cy="274271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FCDFF"/>
            </a:solidFill>
            <a:ln w="28575" cap="sq">
              <a:solidFill>
                <a:srgbClr val="313131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5" name="Freeform 25"/>
          <p:cNvSpPr/>
          <p:nvPr/>
        </p:nvSpPr>
        <p:spPr>
          <a:xfrm rot="719075">
            <a:off x="15566542" y="9088334"/>
            <a:ext cx="596943" cy="955109"/>
          </a:xfrm>
          <a:custGeom>
            <a:avLst/>
            <a:gdLst/>
            <a:ahLst/>
            <a:cxnLst/>
            <a:rect l="l" t="t" r="r" b="b"/>
            <a:pathLst>
              <a:path w="596943" h="955109">
                <a:moveTo>
                  <a:pt x="0" y="0"/>
                </a:moveTo>
                <a:lnTo>
                  <a:pt x="596943" y="0"/>
                </a:lnTo>
                <a:lnTo>
                  <a:pt x="596943" y="955109"/>
                </a:lnTo>
                <a:lnTo>
                  <a:pt x="0" y="9551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3443940" y="4115285"/>
            <a:ext cx="11386388" cy="39917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Pemilik</a:t>
            </a:r>
            <a:r>
              <a:rPr lang="en-US" sz="3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kios</a:t>
            </a:r>
            <a:r>
              <a:rPr lang="en-US" sz="3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yang </a:t>
            </a:r>
            <a:r>
              <a:rPr lang="en-US" sz="32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membutuhkan</a:t>
            </a:r>
            <a:r>
              <a:rPr lang="en-US" sz="3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sistem</a:t>
            </a:r>
            <a:r>
              <a:rPr lang="en-US" sz="3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manajemen</a:t>
            </a:r>
            <a:r>
              <a:rPr lang="en-US" sz="3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digital.</a:t>
            </a:r>
          </a:p>
          <a:p>
            <a:pPr algn="l">
              <a:lnSpc>
                <a:spcPts val="4480"/>
              </a:lnSpc>
            </a:pPr>
            <a:endParaRPr lang="en-US" sz="32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Penyewa</a:t>
            </a:r>
            <a:r>
              <a:rPr lang="en-US" sz="3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kios</a:t>
            </a:r>
            <a:r>
              <a:rPr lang="en-US" sz="3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yang </a:t>
            </a:r>
            <a:r>
              <a:rPr lang="en-US" sz="32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ingin</a:t>
            </a:r>
            <a:r>
              <a:rPr lang="en-US" sz="3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melakukan</a:t>
            </a:r>
            <a:r>
              <a:rPr lang="en-US" sz="3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pembayaran</a:t>
            </a:r>
            <a:r>
              <a:rPr lang="en-US" sz="3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dan </a:t>
            </a:r>
            <a:r>
              <a:rPr lang="en-US" sz="32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pelaporan</a:t>
            </a:r>
            <a:r>
              <a:rPr lang="en-US" sz="3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secara</a:t>
            </a:r>
            <a:r>
              <a:rPr lang="en-US" sz="3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praktis</a:t>
            </a:r>
            <a:r>
              <a:rPr lang="en-US" sz="3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melalui</a:t>
            </a:r>
            <a:r>
              <a:rPr lang="en-US" sz="3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aplikasi</a:t>
            </a:r>
            <a:r>
              <a:rPr lang="en-US" sz="3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  <a:p>
            <a:pPr algn="l">
              <a:lnSpc>
                <a:spcPts val="4480"/>
              </a:lnSpc>
            </a:pPr>
            <a:endParaRPr lang="en-US" sz="32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UMKM </a:t>
            </a:r>
            <a:r>
              <a:rPr lang="en-US" sz="32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sektor</a:t>
            </a:r>
            <a:r>
              <a:rPr lang="en-US" sz="3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properti</a:t>
            </a:r>
            <a:r>
              <a:rPr lang="en-US" sz="3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kecil</a:t>
            </a:r>
            <a:r>
              <a:rPr lang="en-US" sz="3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  <p:grpSp>
        <p:nvGrpSpPr>
          <p:cNvPr id="27" name="Group 27"/>
          <p:cNvGrpSpPr/>
          <p:nvPr/>
        </p:nvGrpSpPr>
        <p:grpSpPr>
          <a:xfrm rot="-196716">
            <a:off x="14838671" y="623670"/>
            <a:ext cx="618045" cy="618045"/>
            <a:chOff x="0" y="0"/>
            <a:chExt cx="812800" cy="812800"/>
          </a:xfrm>
        </p:grpSpPr>
        <p:sp>
          <p:nvSpPr>
            <p:cNvPr id="28" name="Freeform 28"/>
            <p:cNvSpPr/>
            <p:nvPr/>
          </p:nvSpPr>
          <p:spPr>
            <a:xfrm>
              <a:off x="47864" y="47864"/>
              <a:ext cx="717071" cy="717071"/>
            </a:xfrm>
            <a:custGeom>
              <a:avLst/>
              <a:gdLst/>
              <a:ahLst/>
              <a:cxnLst/>
              <a:rect l="l" t="t" r="r" b="b"/>
              <a:pathLst>
                <a:path w="717071" h="717071">
                  <a:moveTo>
                    <a:pt x="390321" y="20243"/>
                  </a:moveTo>
                  <a:lnTo>
                    <a:pt x="456066" y="161114"/>
                  </a:lnTo>
                  <a:cubicBezTo>
                    <a:pt x="476599" y="205109"/>
                    <a:pt x="511962" y="240473"/>
                    <a:pt x="555958" y="261006"/>
                  </a:cubicBezTo>
                  <a:lnTo>
                    <a:pt x="696829" y="326751"/>
                  </a:lnTo>
                  <a:cubicBezTo>
                    <a:pt x="709178" y="332514"/>
                    <a:pt x="717072" y="344908"/>
                    <a:pt x="717072" y="358536"/>
                  </a:cubicBezTo>
                  <a:cubicBezTo>
                    <a:pt x="717072" y="372164"/>
                    <a:pt x="709178" y="384558"/>
                    <a:pt x="696829" y="390321"/>
                  </a:cubicBezTo>
                  <a:lnTo>
                    <a:pt x="555958" y="456066"/>
                  </a:lnTo>
                  <a:cubicBezTo>
                    <a:pt x="511962" y="476599"/>
                    <a:pt x="476599" y="511962"/>
                    <a:pt x="456066" y="555958"/>
                  </a:cubicBezTo>
                  <a:lnTo>
                    <a:pt x="390321" y="696829"/>
                  </a:lnTo>
                  <a:cubicBezTo>
                    <a:pt x="384558" y="709178"/>
                    <a:pt x="372164" y="717072"/>
                    <a:pt x="358536" y="717072"/>
                  </a:cubicBezTo>
                  <a:cubicBezTo>
                    <a:pt x="344908" y="717072"/>
                    <a:pt x="332514" y="709178"/>
                    <a:pt x="326751" y="696829"/>
                  </a:cubicBezTo>
                  <a:lnTo>
                    <a:pt x="261006" y="555958"/>
                  </a:lnTo>
                  <a:cubicBezTo>
                    <a:pt x="240473" y="511962"/>
                    <a:pt x="205109" y="476599"/>
                    <a:pt x="161114" y="456066"/>
                  </a:cubicBezTo>
                  <a:lnTo>
                    <a:pt x="20243" y="390321"/>
                  </a:lnTo>
                  <a:cubicBezTo>
                    <a:pt x="7894" y="384558"/>
                    <a:pt x="0" y="372164"/>
                    <a:pt x="0" y="358536"/>
                  </a:cubicBezTo>
                  <a:cubicBezTo>
                    <a:pt x="0" y="344908"/>
                    <a:pt x="7894" y="332514"/>
                    <a:pt x="20243" y="326751"/>
                  </a:cubicBezTo>
                  <a:lnTo>
                    <a:pt x="161114" y="261006"/>
                  </a:lnTo>
                  <a:cubicBezTo>
                    <a:pt x="205109" y="240473"/>
                    <a:pt x="240473" y="205109"/>
                    <a:pt x="261006" y="161114"/>
                  </a:cubicBezTo>
                  <a:lnTo>
                    <a:pt x="326751" y="20243"/>
                  </a:lnTo>
                  <a:cubicBezTo>
                    <a:pt x="332514" y="7894"/>
                    <a:pt x="344908" y="0"/>
                    <a:pt x="358536" y="0"/>
                  </a:cubicBezTo>
                  <a:cubicBezTo>
                    <a:pt x="372164" y="0"/>
                    <a:pt x="384558" y="7894"/>
                    <a:pt x="390321" y="20243"/>
                  </a:cubicBezTo>
                  <a:close/>
                </a:path>
              </a:pathLst>
            </a:custGeom>
            <a:solidFill>
              <a:srgbClr val="FFEBB5"/>
            </a:solidFill>
            <a:ln w="19050" cap="sq">
              <a:solidFill>
                <a:srgbClr val="313131"/>
              </a:solidFill>
              <a:prstDash val="solid"/>
              <a:miter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 rot="767333">
            <a:off x="1303327" y="6853792"/>
            <a:ext cx="548677" cy="548677"/>
            <a:chOff x="0" y="0"/>
            <a:chExt cx="812800" cy="812800"/>
          </a:xfrm>
        </p:grpSpPr>
        <p:sp>
          <p:nvSpPr>
            <p:cNvPr id="31" name="Freeform 31"/>
            <p:cNvSpPr/>
            <p:nvPr/>
          </p:nvSpPr>
          <p:spPr>
            <a:xfrm>
              <a:off x="53916" y="53916"/>
              <a:ext cx="704968" cy="704968"/>
            </a:xfrm>
            <a:custGeom>
              <a:avLst/>
              <a:gdLst/>
              <a:ahLst/>
              <a:cxnLst/>
              <a:rect l="l" t="t" r="r" b="b"/>
              <a:pathLst>
                <a:path w="704968" h="704968">
                  <a:moveTo>
                    <a:pt x="388288" y="22801"/>
                  </a:moveTo>
                  <a:lnTo>
                    <a:pt x="445995" y="146451"/>
                  </a:lnTo>
                  <a:cubicBezTo>
                    <a:pt x="469124" y="196009"/>
                    <a:pt x="508959" y="235844"/>
                    <a:pt x="558517" y="258973"/>
                  </a:cubicBezTo>
                  <a:lnTo>
                    <a:pt x="682167" y="316680"/>
                  </a:lnTo>
                  <a:cubicBezTo>
                    <a:pt x="696077" y="323172"/>
                    <a:pt x="704968" y="337133"/>
                    <a:pt x="704968" y="352484"/>
                  </a:cubicBezTo>
                  <a:cubicBezTo>
                    <a:pt x="704968" y="367835"/>
                    <a:pt x="696077" y="381796"/>
                    <a:pt x="682167" y="388288"/>
                  </a:cubicBezTo>
                  <a:lnTo>
                    <a:pt x="558517" y="445995"/>
                  </a:lnTo>
                  <a:cubicBezTo>
                    <a:pt x="508959" y="469124"/>
                    <a:pt x="469124" y="508959"/>
                    <a:pt x="445995" y="558517"/>
                  </a:cubicBezTo>
                  <a:lnTo>
                    <a:pt x="388288" y="682167"/>
                  </a:lnTo>
                  <a:cubicBezTo>
                    <a:pt x="381796" y="696077"/>
                    <a:pt x="367835" y="704968"/>
                    <a:pt x="352484" y="704968"/>
                  </a:cubicBezTo>
                  <a:cubicBezTo>
                    <a:pt x="337133" y="704968"/>
                    <a:pt x="323172" y="696077"/>
                    <a:pt x="316680" y="682167"/>
                  </a:cubicBezTo>
                  <a:lnTo>
                    <a:pt x="258973" y="558517"/>
                  </a:lnTo>
                  <a:cubicBezTo>
                    <a:pt x="235844" y="508959"/>
                    <a:pt x="196009" y="469124"/>
                    <a:pt x="146451" y="445995"/>
                  </a:cubicBezTo>
                  <a:lnTo>
                    <a:pt x="22801" y="388288"/>
                  </a:lnTo>
                  <a:cubicBezTo>
                    <a:pt x="8891" y="381796"/>
                    <a:pt x="0" y="367835"/>
                    <a:pt x="0" y="352484"/>
                  </a:cubicBezTo>
                  <a:cubicBezTo>
                    <a:pt x="0" y="337133"/>
                    <a:pt x="8891" y="323172"/>
                    <a:pt x="22801" y="316680"/>
                  </a:cubicBezTo>
                  <a:lnTo>
                    <a:pt x="146451" y="258973"/>
                  </a:lnTo>
                  <a:cubicBezTo>
                    <a:pt x="196009" y="235844"/>
                    <a:pt x="235844" y="196009"/>
                    <a:pt x="258973" y="146451"/>
                  </a:cubicBezTo>
                  <a:lnTo>
                    <a:pt x="316680" y="22801"/>
                  </a:lnTo>
                  <a:cubicBezTo>
                    <a:pt x="323172" y="8891"/>
                    <a:pt x="337133" y="0"/>
                    <a:pt x="352484" y="0"/>
                  </a:cubicBezTo>
                  <a:cubicBezTo>
                    <a:pt x="367835" y="0"/>
                    <a:pt x="381796" y="8891"/>
                    <a:pt x="388288" y="22801"/>
                  </a:cubicBezTo>
                  <a:close/>
                </a:path>
              </a:pathLst>
            </a:custGeom>
            <a:solidFill>
              <a:srgbClr val="FFEBB5"/>
            </a:solidFill>
            <a:ln w="19050" cap="sq">
              <a:solidFill>
                <a:srgbClr val="313131"/>
              </a:solidFill>
              <a:prstDash val="solid"/>
              <a:miter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3" name="Group 33"/>
          <p:cNvGrpSpPr/>
          <p:nvPr/>
        </p:nvGrpSpPr>
        <p:grpSpPr>
          <a:xfrm rot="-196716">
            <a:off x="16950277" y="5298637"/>
            <a:ext cx="618045" cy="618045"/>
            <a:chOff x="0" y="0"/>
            <a:chExt cx="812800" cy="812800"/>
          </a:xfrm>
        </p:grpSpPr>
        <p:sp>
          <p:nvSpPr>
            <p:cNvPr id="34" name="Freeform 34"/>
            <p:cNvSpPr/>
            <p:nvPr/>
          </p:nvSpPr>
          <p:spPr>
            <a:xfrm>
              <a:off x="47864" y="47864"/>
              <a:ext cx="717071" cy="717071"/>
            </a:xfrm>
            <a:custGeom>
              <a:avLst/>
              <a:gdLst/>
              <a:ahLst/>
              <a:cxnLst/>
              <a:rect l="l" t="t" r="r" b="b"/>
              <a:pathLst>
                <a:path w="717071" h="717071">
                  <a:moveTo>
                    <a:pt x="390321" y="20243"/>
                  </a:moveTo>
                  <a:lnTo>
                    <a:pt x="456066" y="161114"/>
                  </a:lnTo>
                  <a:cubicBezTo>
                    <a:pt x="476599" y="205109"/>
                    <a:pt x="511962" y="240473"/>
                    <a:pt x="555958" y="261006"/>
                  </a:cubicBezTo>
                  <a:lnTo>
                    <a:pt x="696829" y="326751"/>
                  </a:lnTo>
                  <a:cubicBezTo>
                    <a:pt x="709178" y="332514"/>
                    <a:pt x="717072" y="344908"/>
                    <a:pt x="717072" y="358536"/>
                  </a:cubicBezTo>
                  <a:cubicBezTo>
                    <a:pt x="717072" y="372164"/>
                    <a:pt x="709178" y="384558"/>
                    <a:pt x="696829" y="390321"/>
                  </a:cubicBezTo>
                  <a:lnTo>
                    <a:pt x="555958" y="456066"/>
                  </a:lnTo>
                  <a:cubicBezTo>
                    <a:pt x="511962" y="476599"/>
                    <a:pt x="476599" y="511962"/>
                    <a:pt x="456066" y="555958"/>
                  </a:cubicBezTo>
                  <a:lnTo>
                    <a:pt x="390321" y="696829"/>
                  </a:lnTo>
                  <a:cubicBezTo>
                    <a:pt x="384558" y="709178"/>
                    <a:pt x="372164" y="717072"/>
                    <a:pt x="358536" y="717072"/>
                  </a:cubicBezTo>
                  <a:cubicBezTo>
                    <a:pt x="344908" y="717072"/>
                    <a:pt x="332514" y="709178"/>
                    <a:pt x="326751" y="696829"/>
                  </a:cubicBezTo>
                  <a:lnTo>
                    <a:pt x="261006" y="555958"/>
                  </a:lnTo>
                  <a:cubicBezTo>
                    <a:pt x="240473" y="511962"/>
                    <a:pt x="205109" y="476599"/>
                    <a:pt x="161114" y="456066"/>
                  </a:cubicBezTo>
                  <a:lnTo>
                    <a:pt x="20243" y="390321"/>
                  </a:lnTo>
                  <a:cubicBezTo>
                    <a:pt x="7894" y="384558"/>
                    <a:pt x="0" y="372164"/>
                    <a:pt x="0" y="358536"/>
                  </a:cubicBezTo>
                  <a:cubicBezTo>
                    <a:pt x="0" y="344908"/>
                    <a:pt x="7894" y="332514"/>
                    <a:pt x="20243" y="326751"/>
                  </a:cubicBezTo>
                  <a:lnTo>
                    <a:pt x="161114" y="261006"/>
                  </a:lnTo>
                  <a:cubicBezTo>
                    <a:pt x="205109" y="240473"/>
                    <a:pt x="240473" y="205109"/>
                    <a:pt x="261006" y="161114"/>
                  </a:cubicBezTo>
                  <a:lnTo>
                    <a:pt x="326751" y="20243"/>
                  </a:lnTo>
                  <a:cubicBezTo>
                    <a:pt x="332514" y="7894"/>
                    <a:pt x="344908" y="0"/>
                    <a:pt x="358536" y="0"/>
                  </a:cubicBezTo>
                  <a:cubicBezTo>
                    <a:pt x="372164" y="0"/>
                    <a:pt x="384558" y="7894"/>
                    <a:pt x="390321" y="20243"/>
                  </a:cubicBezTo>
                  <a:close/>
                </a:path>
              </a:pathLst>
            </a:custGeom>
            <a:solidFill>
              <a:srgbClr val="FFEBB5"/>
            </a:solidFill>
            <a:ln w="19050" cap="sq">
              <a:solidFill>
                <a:srgbClr val="313131"/>
              </a:solidFill>
              <a:prstDash val="solid"/>
              <a:miter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90500" y="152400"/>
              <a:ext cx="431800" cy="469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2504987" y="1630285"/>
            <a:ext cx="6774776" cy="411477"/>
            <a:chOff x="0" y="0"/>
            <a:chExt cx="1784303" cy="108372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784303" cy="108372"/>
            </a:xfrm>
            <a:custGeom>
              <a:avLst/>
              <a:gdLst/>
              <a:ahLst/>
              <a:cxnLst/>
              <a:rect l="l" t="t" r="r" b="b"/>
              <a:pathLst>
                <a:path w="1784303" h="108372">
                  <a:moveTo>
                    <a:pt x="0" y="0"/>
                  </a:moveTo>
                  <a:lnTo>
                    <a:pt x="1784303" y="0"/>
                  </a:lnTo>
                  <a:lnTo>
                    <a:pt x="1784303" y="108372"/>
                  </a:lnTo>
                  <a:lnTo>
                    <a:pt x="0" y="108372"/>
                  </a:lnTo>
                  <a:close/>
                </a:path>
              </a:pathLst>
            </a:custGeom>
            <a:solidFill>
              <a:srgbClr val="A8DED6"/>
            </a:solidFill>
            <a:ln cap="sq">
              <a:noFill/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0" y="-38100"/>
              <a:ext cx="1784303" cy="1464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2464474" y="1331873"/>
            <a:ext cx="6765251" cy="7479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95"/>
              </a:lnSpc>
            </a:pPr>
            <a:r>
              <a:rPr lang="en-US" sz="4945" dirty="0">
                <a:solidFill>
                  <a:srgbClr val="000000"/>
                </a:solidFill>
                <a:latin typeface="Chunk Five"/>
                <a:ea typeface="Chunk Five"/>
                <a:cs typeface="Chunk Five"/>
                <a:sym typeface="Chunk Five"/>
              </a:rPr>
              <a:t>TARGET PENGGUNA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42131-DD13-75F1-34E8-B0B4D8D128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4FD3D31-FD38-93F9-2E92-F1A5AFBAE6FB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6980B5D-2367-25C2-5BD9-82CA3D1E2B01}"/>
              </a:ext>
            </a:extLst>
          </p:cNvPr>
          <p:cNvSpPr txBox="1"/>
          <p:nvPr/>
        </p:nvSpPr>
        <p:spPr>
          <a:xfrm>
            <a:off x="3048000" y="426974"/>
            <a:ext cx="11201400" cy="6711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995"/>
              </a:lnSpc>
            </a:pPr>
            <a:r>
              <a:rPr lang="en-US" sz="4945" dirty="0">
                <a:solidFill>
                  <a:srgbClr val="000000"/>
                </a:solidFill>
                <a:latin typeface="Chunk Five"/>
                <a:ea typeface="Chunk Five"/>
                <a:cs typeface="Chunk Five"/>
                <a:sym typeface="Chunk Five"/>
              </a:rPr>
              <a:t>DOKUMENTASI WAWANCARA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7D153D-F66B-CC77-1097-762F82511B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0394" y="1409700"/>
            <a:ext cx="13587212" cy="803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4342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1523789" y="2195697"/>
            <a:ext cx="5860604" cy="2003261"/>
          </a:xfrm>
          <a:custGeom>
            <a:avLst/>
            <a:gdLst/>
            <a:ahLst/>
            <a:cxnLst/>
            <a:rect l="l" t="t" r="r" b="b"/>
            <a:pathLst>
              <a:path w="5860604" h="2003261">
                <a:moveTo>
                  <a:pt x="0" y="0"/>
                </a:moveTo>
                <a:lnTo>
                  <a:pt x="5860604" y="0"/>
                </a:lnTo>
                <a:lnTo>
                  <a:pt x="5860604" y="2003262"/>
                </a:lnTo>
                <a:lnTo>
                  <a:pt x="0" y="20032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2628900" y="1698490"/>
            <a:ext cx="7315200" cy="2500468"/>
          </a:xfrm>
          <a:custGeom>
            <a:avLst/>
            <a:gdLst/>
            <a:ahLst/>
            <a:cxnLst/>
            <a:rect l="l" t="t" r="r" b="b"/>
            <a:pathLst>
              <a:path w="7315200" h="2500468">
                <a:moveTo>
                  <a:pt x="0" y="0"/>
                </a:moveTo>
                <a:lnTo>
                  <a:pt x="7315200" y="0"/>
                </a:lnTo>
                <a:lnTo>
                  <a:pt x="7315200" y="2500469"/>
                </a:lnTo>
                <a:lnTo>
                  <a:pt x="0" y="25004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250395" y="7097517"/>
            <a:ext cx="7315200" cy="2500468"/>
          </a:xfrm>
          <a:custGeom>
            <a:avLst/>
            <a:gdLst/>
            <a:ahLst/>
            <a:cxnLst/>
            <a:rect l="l" t="t" r="r" b="b"/>
            <a:pathLst>
              <a:path w="7315200" h="2500468">
                <a:moveTo>
                  <a:pt x="0" y="0"/>
                </a:moveTo>
                <a:lnTo>
                  <a:pt x="7315200" y="0"/>
                </a:lnTo>
                <a:lnTo>
                  <a:pt x="7315200" y="2500468"/>
                </a:lnTo>
                <a:lnTo>
                  <a:pt x="0" y="25004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-3883068" y="8008066"/>
            <a:ext cx="7315200" cy="2500468"/>
          </a:xfrm>
          <a:custGeom>
            <a:avLst/>
            <a:gdLst/>
            <a:ahLst/>
            <a:cxnLst/>
            <a:rect l="l" t="t" r="r" b="b"/>
            <a:pathLst>
              <a:path w="7315200" h="2500468">
                <a:moveTo>
                  <a:pt x="0" y="0"/>
                </a:moveTo>
                <a:lnTo>
                  <a:pt x="7315200" y="0"/>
                </a:lnTo>
                <a:lnTo>
                  <a:pt x="7315200" y="2500468"/>
                </a:lnTo>
                <a:lnTo>
                  <a:pt x="0" y="25004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6661410" y="-1032184"/>
            <a:ext cx="7315200" cy="2500468"/>
          </a:xfrm>
          <a:custGeom>
            <a:avLst/>
            <a:gdLst/>
            <a:ahLst/>
            <a:cxnLst/>
            <a:rect l="l" t="t" r="r" b="b"/>
            <a:pathLst>
              <a:path w="7315200" h="2500468">
                <a:moveTo>
                  <a:pt x="0" y="0"/>
                </a:moveTo>
                <a:lnTo>
                  <a:pt x="7315200" y="0"/>
                </a:lnTo>
                <a:lnTo>
                  <a:pt x="7315200" y="2500468"/>
                </a:lnTo>
                <a:lnTo>
                  <a:pt x="0" y="250046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277569" y="1281132"/>
            <a:ext cx="13732863" cy="7724735"/>
          </a:xfrm>
          <a:custGeom>
            <a:avLst/>
            <a:gdLst/>
            <a:ahLst/>
            <a:cxnLst/>
            <a:rect l="l" t="t" r="r" b="b"/>
            <a:pathLst>
              <a:path w="13732863" h="7724735">
                <a:moveTo>
                  <a:pt x="0" y="0"/>
                </a:moveTo>
                <a:lnTo>
                  <a:pt x="13732862" y="0"/>
                </a:lnTo>
                <a:lnTo>
                  <a:pt x="13732862" y="7724736"/>
                </a:lnTo>
                <a:lnTo>
                  <a:pt x="0" y="77247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2478875">
            <a:off x="13488521" y="6605933"/>
            <a:ext cx="732146" cy="983168"/>
          </a:xfrm>
          <a:custGeom>
            <a:avLst/>
            <a:gdLst/>
            <a:ahLst/>
            <a:cxnLst/>
            <a:rect l="l" t="t" r="r" b="b"/>
            <a:pathLst>
              <a:path w="732146" h="983168">
                <a:moveTo>
                  <a:pt x="0" y="0"/>
                </a:moveTo>
                <a:lnTo>
                  <a:pt x="732147" y="0"/>
                </a:lnTo>
                <a:lnTo>
                  <a:pt x="732147" y="983168"/>
                </a:lnTo>
                <a:lnTo>
                  <a:pt x="0" y="9831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4282342" y="3316424"/>
            <a:ext cx="9723317" cy="36351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015"/>
              </a:lnSpc>
            </a:pPr>
            <a:r>
              <a:rPr lang="en-US" sz="12886">
                <a:solidFill>
                  <a:srgbClr val="000000"/>
                </a:solidFill>
                <a:latin typeface="Chunk Five"/>
                <a:ea typeface="Chunk Five"/>
                <a:cs typeface="Chunk Five"/>
                <a:sym typeface="Chunk Five"/>
              </a:rPr>
              <a:t>TERIMA</a:t>
            </a:r>
          </a:p>
          <a:p>
            <a:pPr algn="ctr">
              <a:lnSpc>
                <a:spcPts val="13015"/>
              </a:lnSpc>
            </a:pPr>
            <a:r>
              <a:rPr lang="en-US" sz="12886">
                <a:solidFill>
                  <a:srgbClr val="000000"/>
                </a:solidFill>
                <a:latin typeface="Chunk Five"/>
                <a:ea typeface="Chunk Five"/>
                <a:cs typeface="Chunk Five"/>
                <a:sym typeface="Chunk Five"/>
              </a:rPr>
              <a:t>KASIH</a:t>
            </a:r>
          </a:p>
        </p:txBody>
      </p:sp>
      <p:sp>
        <p:nvSpPr>
          <p:cNvPr id="11" name="Freeform 11"/>
          <p:cNvSpPr/>
          <p:nvPr/>
        </p:nvSpPr>
        <p:spPr>
          <a:xfrm rot="707332">
            <a:off x="14274863" y="1751212"/>
            <a:ext cx="618235" cy="989177"/>
          </a:xfrm>
          <a:custGeom>
            <a:avLst/>
            <a:gdLst/>
            <a:ahLst/>
            <a:cxnLst/>
            <a:rect l="l" t="t" r="r" b="b"/>
            <a:pathLst>
              <a:path w="618235" h="989177">
                <a:moveTo>
                  <a:pt x="0" y="0"/>
                </a:moveTo>
                <a:lnTo>
                  <a:pt x="618236" y="0"/>
                </a:lnTo>
                <a:lnTo>
                  <a:pt x="618236" y="989177"/>
                </a:lnTo>
                <a:lnTo>
                  <a:pt x="0" y="98917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69513">
            <a:off x="1550777" y="5725804"/>
            <a:ext cx="2170896" cy="1911684"/>
          </a:xfrm>
          <a:custGeom>
            <a:avLst/>
            <a:gdLst/>
            <a:ahLst/>
            <a:cxnLst/>
            <a:rect l="l" t="t" r="r" b="b"/>
            <a:pathLst>
              <a:path w="2170896" h="1911684">
                <a:moveTo>
                  <a:pt x="0" y="0"/>
                </a:moveTo>
                <a:lnTo>
                  <a:pt x="2170895" y="0"/>
                </a:lnTo>
                <a:lnTo>
                  <a:pt x="2170895" y="1911684"/>
                </a:lnTo>
                <a:lnTo>
                  <a:pt x="0" y="191168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368</Words>
  <Application>Microsoft Office PowerPoint</Application>
  <PresentationFormat>Custom</PresentationFormat>
  <Paragraphs>61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Inter</vt:lpstr>
      <vt:lpstr>Chunk Five</vt:lpstr>
      <vt:lpstr>Inter Bold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 Project Manager PPSI</dc:title>
  <cp:lastModifiedBy>Ratih Anggraeni</cp:lastModifiedBy>
  <cp:revision>8</cp:revision>
  <dcterms:created xsi:type="dcterms:W3CDTF">2006-08-16T00:00:00Z</dcterms:created>
  <dcterms:modified xsi:type="dcterms:W3CDTF">2025-10-26T15:38:49Z</dcterms:modified>
  <dc:identifier>DAG076FX5-I</dc:identifier>
</cp:coreProperties>
</file>